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bar"/>
        <c:grouping val="clustered"/>
        <c:varyColors val="0"/>
        <c:ser>
          <c:idx val="0"/>
          <c:order val="0"/>
          <c:tx>
            <c:v>Systems</c:v>
          </c:tx>
          <c:spPr>
            <a:solidFill>
              <a:srgbClr val="9E1B32"/>
            </a:solidFill>
          </c:spPr>
          <c:invertIfNegative val="0"/>
          <c:dPt>
            <c:idx val="0"/>
            <c:invertIfNegative val="0"/>
            <c:bubble3D val="0"/>
            <c:spPr>
              <a:solidFill>
                <a:srgbClr val="9E1B32"/>
              </a:solidFill>
            </c:spPr>
            <c:extLst>
              <c:ext xmlns:c16="http://schemas.microsoft.com/office/drawing/2014/chart" uri="{C3380CC4-5D6E-409C-BE32-E72D297353CC}">
                <c16:uniqueId val="{00000001-7C87-490B-BF42-D82E164F69DF}"/>
              </c:ext>
            </c:extLst>
          </c:dPt>
          <c:dPt>
            <c:idx val="1"/>
            <c:invertIfNegative val="0"/>
            <c:bubble3D val="0"/>
            <c:spPr>
              <a:solidFill>
                <a:srgbClr val="C49A2C"/>
              </a:solidFill>
            </c:spPr>
            <c:extLst>
              <c:ext xmlns:c16="http://schemas.microsoft.com/office/drawing/2014/chart" uri="{C3380CC4-5D6E-409C-BE32-E72D297353CC}">
                <c16:uniqueId val="{00000003-7C87-490B-BF42-D82E164F69DF}"/>
              </c:ext>
            </c:extLst>
          </c:dPt>
          <c:dLbls>
            <c:numFmt formatCode="0" sourceLinked="0"/>
            <c:spPr>
              <a:noFill/>
              <a:ln>
                <a:noFill/>
              </a:ln>
              <a:effectLst/>
            </c:spPr>
            <c:txPr>
              <a:bodyPr anchorCtr="1"/>
              <a:lstStyle/>
              <a:p>
                <a:pPr>
                  <a:defRPr sz="1200" b="1">
                    <a:solidFill>
                      <a:srgbClr val="20242A"/>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BERT family</c:v>
              </c:pt>
              <c:pt idx="1">
                <c:v>GPT-2</c:v>
              </c:pt>
            </c:strLit>
          </c:cat>
          <c:val>
            <c:numLit>
              <c:formatCode>General</c:formatCode>
              <c:ptCount val="2"/>
              <c:pt idx="0">
                <c:v>13</c:v>
              </c:pt>
              <c:pt idx="1">
                <c:v>5</c:v>
              </c:pt>
            </c:numLit>
          </c:val>
          <c:extLst>
            <c:ext xmlns:c16="http://schemas.microsoft.com/office/drawing/2014/chart" uri="{C3380CC4-5D6E-409C-BE32-E72D297353CC}">
              <c16:uniqueId val="{00000004-7C87-490B-BF42-D82E164F69DF}"/>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0">
            <a:noFill/>
            <a:prstDash val="solid"/>
          </a:ln>
        </c:spPr>
        <c:txPr>
          <a:bodyPr anchorCtr="1"/>
          <a:lstStyle/>
          <a:p>
            <a:pPr>
              <a:defRPr sz="1125" b="1">
                <a:solidFill>
                  <a:srgbClr val="20242A"/>
                </a:solidFill>
                <a:latin typeface="Arial"/>
                <a:ea typeface="Arial"/>
                <a:cs typeface="Arial"/>
              </a:defRPr>
            </a:pPr>
            <a:endParaRPr lang="zh-CN"/>
          </a:p>
        </c:txPr>
        <c:crossAx val="48650112"/>
        <c:crosses val="autoZero"/>
        <c:crossBetween val="between"/>
      </c:valAx>
      <c:spPr>
        <a:noFill/>
        <a:ln w="0">
          <a:noFill/>
          <a:prstDash val="solid"/>
        </a:ln>
      </c:spPr>
    </c:plotArea>
    <c:plotVisOnly val="1"/>
    <c:dispBlanksAs val="zero"/>
    <c:showDLblsOverMax val="1"/>
  </c:chart>
  <c:spPr>
    <a:noFill/>
    <a:ln w="0">
      <a:no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bar"/>
        <c:grouping val="clustered"/>
        <c:varyColors val="0"/>
        <c:ser>
          <c:idx val="0"/>
          <c:order val="0"/>
          <c:tx>
            <c:v>Spread</c:v>
          </c:tx>
          <c:spPr>
            <a:solidFill>
              <a:srgbClr val="9E1B32"/>
            </a:solidFill>
          </c:spPr>
          <c:invertIfNegative val="0"/>
          <c:dPt>
            <c:idx val="0"/>
            <c:invertIfNegative val="0"/>
            <c:bubble3D val="0"/>
            <c:spPr>
              <a:solidFill>
                <a:srgbClr val="233342"/>
              </a:solidFill>
            </c:spPr>
            <c:extLst>
              <c:ext xmlns:c16="http://schemas.microsoft.com/office/drawing/2014/chart" uri="{C3380CC4-5D6E-409C-BE32-E72D297353CC}">
                <c16:uniqueId val="{00000001-918B-4590-9F4B-1FC8F79DF6F2}"/>
              </c:ext>
            </c:extLst>
          </c:dPt>
          <c:dPt>
            <c:idx val="1"/>
            <c:invertIfNegative val="0"/>
            <c:bubble3D val="0"/>
            <c:spPr>
              <a:solidFill>
                <a:srgbClr val="C49A2C"/>
              </a:solidFill>
            </c:spPr>
            <c:extLst>
              <c:ext xmlns:c16="http://schemas.microsoft.com/office/drawing/2014/chart" uri="{C3380CC4-5D6E-409C-BE32-E72D297353CC}">
                <c16:uniqueId val="{00000003-918B-4590-9F4B-1FC8F79DF6F2}"/>
              </c:ext>
            </c:extLst>
          </c:dPt>
          <c:dPt>
            <c:idx val="2"/>
            <c:invertIfNegative val="0"/>
            <c:bubble3D val="0"/>
            <c:extLst>
              <c:ext xmlns:c16="http://schemas.microsoft.com/office/drawing/2014/chart" uri="{C3380CC4-5D6E-409C-BE32-E72D297353CC}">
                <c16:uniqueId val="{00000005-918B-4590-9F4B-1FC8F79DF6F2}"/>
              </c:ext>
            </c:extLst>
          </c:dPt>
          <c:dLbls>
            <c:numFmt formatCode="0.00" sourceLinked="0"/>
            <c:spPr>
              <a:noFill/>
              <a:ln>
                <a:noFill/>
              </a:ln>
              <a:effectLst/>
            </c:spPr>
            <c:txPr>
              <a:bodyPr anchorCtr="1"/>
              <a:lstStyle/>
              <a:p>
                <a:pPr>
                  <a:defRPr sz="1125" b="1">
                    <a:solidFill>
                      <a:srgbClr val="20242A"/>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NLU</c:v>
              </c:pt>
              <c:pt idx="1">
                <c:v>Cognitive</c:v>
              </c:pt>
              <c:pt idx="2">
                <c:v>Hanzi</c:v>
              </c:pt>
            </c:strLit>
          </c:cat>
          <c:val>
            <c:numLit>
              <c:formatCode>General</c:formatCode>
              <c:ptCount val="3"/>
              <c:pt idx="0">
                <c:v>17.010000000000002</c:v>
              </c:pt>
              <c:pt idx="1">
                <c:v>3.72</c:v>
              </c:pt>
              <c:pt idx="2">
                <c:v>90.37</c:v>
              </c:pt>
            </c:numLit>
          </c:val>
          <c:extLst>
            <c:ext xmlns:c16="http://schemas.microsoft.com/office/drawing/2014/chart" uri="{C3380CC4-5D6E-409C-BE32-E72D297353CC}">
              <c16:uniqueId val="{00000006-918B-4590-9F4B-1FC8F79DF6F2}"/>
            </c:ext>
          </c:extLst>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0">
            <a:noFill/>
            <a:prstDash val="solid"/>
          </a:ln>
        </c:spPr>
        <c:txPr>
          <a:bodyPr anchorCtr="1"/>
          <a:lstStyle/>
          <a:p>
            <a:pPr>
              <a:defRPr sz="1125" b="1">
                <a:solidFill>
                  <a:srgbClr val="20242A"/>
                </a:solidFill>
                <a:latin typeface="Arial"/>
                <a:ea typeface="Arial"/>
                <a:cs typeface="Arial"/>
              </a:defRPr>
            </a:pPr>
            <a:endParaRPr lang="zh-CN"/>
          </a:p>
        </c:txPr>
        <c:crossAx val="48650112"/>
        <c:crosses val="autoZero"/>
        <c:crossBetween val="between"/>
      </c:valAx>
      <c:spPr>
        <a:noFill/>
        <a:ln w="0">
          <a:noFill/>
          <a:prstDash val="solid"/>
        </a:ln>
      </c:spPr>
    </c:plotArea>
    <c:plotVisOnly val="1"/>
    <c:dispBlanksAs val="zero"/>
    <c:showDLblsOverMax val="1"/>
  </c:chart>
  <c:spPr>
    <a:noFill/>
    <a:ln w="0">
      <a:no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work, we present the first ChineseBabyLM Challenge. We ask how much Chinese linguistic competence a model can acquire from a developmentally motivated data budget. We turn this question into a shared task with controlled training data and evaluation across language understanding, Chinese character knowledge, and cognitive alignment.</a:t>
            </a:r>
          </a:p>
          <a:p>
            <a:endParaRPr/>
          </a:p>
          <a:p>
            <a:r>
              <a:t>Sources</a:t>
            </a:r>
          </a:p>
          <a:p>
            <a:r>
              <a:t>Song et al. (2026), abstract and Section 1</a:t>
            </a:r>
          </a:p>
          <a:p>
            <a:r>
              <a:t>ChineseBabyLM official website: https://chinese-babylm.github.io/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BabyLM</a:t>
            </a:r>
            <a:r>
              <a:rPr dirty="0"/>
              <a:t> studies sample-efficient pretraining under data budgets inspired by human language acquisition, but previous shared tasks focused mainly on English. Chinese adds language-specific questions about segmentation, compounding, and the structural and phonological information carried by characters. Our contribution is a complete shared-task framework: a standardized corpus and evaluation pipeline, 14 tasks across three complementary tracks, and an empirical comparison of 28 submitted models from 18 teams. This setup shifts attention from access to massive corpora toward choices in data, representation, and learning objective.</a:t>
            </a:r>
          </a:p>
          <a:p>
            <a:endParaRPr dirty="0"/>
          </a:p>
          <a:p>
            <a:r>
              <a:rPr dirty="0"/>
              <a:t>Sources</a:t>
            </a:r>
          </a:p>
          <a:p>
            <a:r>
              <a:rPr dirty="0"/>
              <a:t>Song et al. (2026), Sections 1 and 3</a:t>
            </a:r>
          </a:p>
          <a:p>
            <a:r>
              <a:rPr dirty="0" err="1"/>
              <a:t>ChineseBabyLM</a:t>
            </a:r>
            <a:r>
              <a:rPr dirty="0"/>
              <a:t> overview: https://chinese-babylm.github.io/#overview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provided a 102-million-word corpus derived from the Chinese portion of BabyBabelLM. It combines child-available and child-directed speech with books, educational material, subtitles, and child-oriented reference text. Teams could instead compile their own corpus under the same limit, measured with a fixed Jieba word-counting procedure. We placed no restriction on the tokenizer, architecture, or number of epochs. However, every model had to start from random initialization. Pretrained checkpoints and distillation from existing large models were prohibited. The protocol therefore controlled access to linguistic data while leaving the main modeling decisions open.</a:t>
            </a:r>
          </a:p>
          <a:p>
            <a:endParaRPr/>
          </a:p>
          <a:p>
            <a:r>
              <a:t>Sources</a:t>
            </a:r>
          </a:p>
          <a:p>
            <a:r>
              <a:t>Song et al. (2026), Section 3</a:t>
            </a:r>
          </a:p>
          <a:p>
            <a:r>
              <a:t>ChineseBabyLM training data: https://chinese-babylm.github.io/#data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evaluated models on 14 tasks. The NLU track combined two zero-shot minimal-pair benchmarks with six fine-tuning tasks, covering grammar, semantic compatibility, inference, classification, coreference, and reading comprehension. The Hanzi track used four minimal-pair tasks to test character structure and pinyin, including initials, finals, and tones. Minimal-pair tasks used accuracy, while an unrecognized target or component counted as a failure in the Hanzi evaluation. The Cognitive Modeling track fitted encoding models from hidden states to human fMRI responses for isolated words and spoken stories, then used correlation-based scores. We combined open development tasks with hidden final tasks to limit direct tuning to the test set.</a:t>
            </a:r>
          </a:p>
          <a:p>
            <a:endParaRPr/>
          </a:p>
          <a:p>
            <a:r>
              <a:t>Sources</a:t>
            </a:r>
          </a:p>
          <a:p>
            <a:r>
              <a:t>Song et al. (2026), Section 2 and Table 1</a:t>
            </a:r>
          </a:p>
          <a:p>
            <a:r>
              <a:t>ChineseBabyLM evaluation tracks: https://chinese-babylm.github.io/#tracks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received 28 distinct models and 74 result files from 18 teams. For the official leaderboard, we retained one system per team. Before the competition, our four 14-million-parameter baselines covered BERT, T5, Mamba, and Pythia. BERT was strongest on NLU and cognitive modeling, while Mamba led the Hanzi baseline results. Among submissions, BabyDragon ranked first overall with 61.49, followed by KADeBERTa-v2 and the TUM pinyin-code system. We computed the overall score as a macro-average of the three tracks, giving each track equal weight, and assigned zero to missing tasks. BabyDeBERTa-zh won NLU, RepDuet received the verified Cognitive Modeling award, and BabyDragon won Hanzi. Thirteen of the 18 ranked systems used BERT-family or DeBERTa-v2 encoders, although a decoder-only GPT-2 system placed third overall.</a:t>
            </a:r>
          </a:p>
          <a:p>
            <a:endParaRPr/>
          </a:p>
          <a:p>
            <a:r>
              <a:t>Sources</a:t>
            </a:r>
          </a:p>
          <a:p>
            <a:r>
              <a:t>Song et al. (2026), Section 5 and Table 4</a:t>
            </a:r>
          </a:p>
          <a:p>
            <a:r>
              <a:t>ChineseBabyLM final leaderboard: https://chinese-babylm.github.io/#results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Looking across the full leaderboard, encoder-only architectures dominated. Eleven ranked systems used BERT and two used DeBERTa-v2, compared with five GPT-2 systems. The top two systems were encoder-only, although a decoder-only system placed third, so competitive performance was not limited to one architecture. The larger finding is the difference in score dispersion. NLU covered about 17 points, Cognitive Modeling fewer than four, and Hanzi about 90. Because the overall result gives equal weight to each track, the high-variance Hanzi track strongly separated systems in the final ranking. No system won every track, which confirms that the benchmark captures distinct capabilities, but the unequal spreads also reveal differences in task discriminability.</a:t>
            </a:r>
          </a:p>
          <a:p>
            <a:endParaRPr/>
          </a:p>
          <a:p>
            <a:r>
              <a:t>Sources</a:t>
            </a:r>
          </a:p>
          <a:p>
            <a:r>
              <a:t>Song et al. (2026), Sections 5.2 and 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results suggest concrete changes for future editions. ZhoBLiMP, the NLI tasks, and the Hanzi benchmarks separated systems well and should remain, with harder variants where top scores approach the ceiling. Word-level fMRI, AFQMC, and CLUEWSC produced compressed results and should be revised or replaced. We can also expand the benchmark with Chinese word segmentation, morphology, discourse coherence, reading-time modeling, and age-of-acquisition prediction. More broadly, the comparison with English BabyLM shows why language-specific evaluation matters. Our next research target is a unified limited-data model that performs competitively across NLU, Hanzi knowledge, and cognitive alignment rather than optimizing for only one track.</a:t>
            </a:r>
          </a:p>
          <a:p>
            <a:endParaRPr/>
          </a:p>
          <a:p>
            <a:r>
              <a:t>Sources</a:t>
            </a:r>
          </a:p>
          <a:p>
            <a:r>
              <a:t>Song et al. (2026), Sections 6.2, 6.3, and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857771F-8C71-4BA2-89DE-3FE42239F535}"/>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8F27FAA1-1439-4DBF-BCC4-03C086EB1F21}"/>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6728481-9F14-4219-8927-24C7AFD1FB7C}"/>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0564182-C916-4859-8E3C-F4F4289ACB0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BDD1E5D5-DBC2-43FB-A7D4-0BBDD6F8730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E5991F1-C8DB-43CE-ACA7-0EFD7F91226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A03EEC6-3121-4BF5-A5B3-3BC245388D0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4889E7F5-4CE8-4B95-A31B-7480A3A24805}"/>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74F8247-01A9-44AA-B7A5-98F33519806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49C2E1BB-D82C-430C-919F-A56114A70B5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cover-accent-field">
            <a:extLst>
              <a:ext uri="{FF2B5EF4-FFF2-40B4-BE49-F238E27FC236}">
                <a16:creationId xmlns:a16="http://schemas.microsoft.com/office/drawing/2014/main" id="{756E360B-BB51-4DFF-BA76-1435A00AFC45}"/>
              </a:ext>
            </a:extLst>
          </p:cNvPr>
          <p:cNvSpPr>
            <a:spLocks noGrp="1"/>
          </p:cNvSpPr>
          <p:nvPr/>
        </p:nvSpPr>
        <p:spPr>
          <a:xfrm>
            <a:off x="9372600" y="0"/>
            <a:ext cx="2819400" cy="6858000"/>
          </a:xfrm>
          <a:prstGeom prst="rect">
            <a:avLst/>
          </a:prstGeom>
          <a:solidFill>
            <a:srgbClr val="F7ECEF"/>
          </a:solidFill>
          <a:ln w="0">
            <a:noFill/>
            <a:prstDash val="solid"/>
          </a:ln>
        </p:spPr>
      </p:sp>
      <p:sp>
        <p:nvSpPr>
          <p:cNvPr id="4" name="cover-gold-rule">
            <a:extLst>
              <a:ext uri="{FF2B5EF4-FFF2-40B4-BE49-F238E27FC236}">
                <a16:creationId xmlns:a16="http://schemas.microsoft.com/office/drawing/2014/main" id="{7AA1C449-F45C-4C3B-8431-4D46F17308CD}"/>
              </a:ext>
            </a:extLst>
          </p:cNvPr>
          <p:cNvSpPr>
            <a:spLocks noGrp="1"/>
          </p:cNvSpPr>
          <p:nvPr/>
        </p:nvSpPr>
        <p:spPr>
          <a:xfrm>
            <a:off x="723900" y="933450"/>
            <a:ext cx="1104900" cy="47625"/>
          </a:xfrm>
          <a:prstGeom prst="rect">
            <a:avLst/>
          </a:prstGeom>
          <a:solidFill>
            <a:srgbClr val="C49A2C"/>
          </a:solidFill>
          <a:ln w="0">
            <a:noFill/>
            <a:prstDash val="solid"/>
          </a:ln>
        </p:spPr>
      </p:sp>
      <p:sp>
        <p:nvSpPr>
          <p:cNvPr id="5" name="cover-title">
            <a:extLst>
              <a:ext uri="{FF2B5EF4-FFF2-40B4-BE49-F238E27FC236}">
                <a16:creationId xmlns:a16="http://schemas.microsoft.com/office/drawing/2014/main" id="{B80B94A3-4196-4AB9-804D-56AEE29E1887}"/>
              </a:ext>
            </a:extLst>
          </p:cNvPr>
          <p:cNvSpPr>
            <a:spLocks noGrp="1"/>
          </p:cNvSpPr>
          <p:nvPr/>
        </p:nvSpPr>
        <p:spPr>
          <a:xfrm>
            <a:off x="723900" y="1219200"/>
            <a:ext cx="7905750" cy="1104900"/>
          </a:xfrm>
          <a:prstGeom prst="rect">
            <a:avLst/>
          </a:prstGeom>
          <a:noFill/>
          <a:ln w="0">
            <a:noFill/>
            <a:prstDash val="solid"/>
          </a:ln>
        </p:spPr>
        <p:txBody>
          <a:bodyPr wrap="square" lIns="0" tIns="0" rIns="0" bIns="0">
            <a:normAutofit fontScale="96667"/>
          </a:bodyPr>
          <a:lstStyle>
            <a:defPPr>
              <a:defRPr sz="3750" b="1">
                <a:solidFill>
                  <a:srgbClr val="20242A"/>
                </a:solidFill>
                <a:latin typeface="Arial"/>
                <a:ea typeface="Arial"/>
                <a:cs typeface="Arial"/>
              </a:defRPr>
            </a:defPPr>
            <a:lvl1pPr>
              <a:defRPr sz="3750" b="1">
                <a:solidFill>
                  <a:srgbClr val="20242A"/>
                </a:solidFill>
                <a:latin typeface="Arial"/>
                <a:ea typeface="Arial"/>
                <a:cs typeface="Arial"/>
              </a:defRPr>
            </a:lvl1pPr>
            <a:lvl2pPr>
              <a:defRPr sz="3750" b="1">
                <a:solidFill>
                  <a:srgbClr val="20242A"/>
                </a:solidFill>
                <a:latin typeface="Arial"/>
                <a:ea typeface="Arial"/>
                <a:cs typeface="Arial"/>
              </a:defRPr>
            </a:lvl2pPr>
            <a:lvl3pPr>
              <a:defRPr sz="3750" b="1">
                <a:solidFill>
                  <a:srgbClr val="20242A"/>
                </a:solidFill>
                <a:latin typeface="Arial"/>
                <a:ea typeface="Arial"/>
                <a:cs typeface="Arial"/>
              </a:defRPr>
            </a:lvl3pPr>
            <a:lvl4pPr>
              <a:defRPr sz="3750" b="1">
                <a:solidFill>
                  <a:srgbClr val="20242A"/>
                </a:solidFill>
                <a:latin typeface="Arial"/>
                <a:ea typeface="Arial"/>
                <a:cs typeface="Arial"/>
              </a:defRPr>
            </a:lvl4pPr>
            <a:lvl5pPr>
              <a:defRPr sz="3750" b="1">
                <a:solidFill>
                  <a:srgbClr val="20242A"/>
                </a:solidFill>
                <a:latin typeface="Arial"/>
                <a:ea typeface="Arial"/>
                <a:cs typeface="Arial"/>
              </a:defRPr>
            </a:lvl5pPr>
            <a:lvl6pPr>
              <a:defRPr sz="3750" b="1">
                <a:solidFill>
                  <a:srgbClr val="20242A"/>
                </a:solidFill>
                <a:latin typeface="Arial"/>
                <a:ea typeface="Arial"/>
                <a:cs typeface="Arial"/>
              </a:defRPr>
            </a:lvl6pPr>
            <a:lvl7pPr>
              <a:defRPr sz="3750" b="1">
                <a:solidFill>
                  <a:srgbClr val="20242A"/>
                </a:solidFill>
                <a:latin typeface="Arial"/>
                <a:ea typeface="Arial"/>
                <a:cs typeface="Arial"/>
              </a:defRPr>
            </a:lvl7pPr>
            <a:lvl8pPr>
              <a:defRPr sz="3750" b="1">
                <a:solidFill>
                  <a:srgbClr val="20242A"/>
                </a:solidFill>
                <a:latin typeface="Arial"/>
                <a:ea typeface="Arial"/>
                <a:cs typeface="Arial"/>
              </a:defRPr>
            </a:lvl8pPr>
            <a:lvl9pPr>
              <a:defRPr sz="3750" b="1">
                <a:solidFill>
                  <a:srgbClr val="20242A"/>
                </a:solidFill>
                <a:latin typeface="Arial"/>
                <a:ea typeface="Arial"/>
                <a:cs typeface="Arial"/>
              </a:defRPr>
            </a:lvl9pPr>
          </a:lstStyle>
          <a:p>
            <a:pPr>
              <a:defRPr sz="3750" b="1">
                <a:solidFill>
                  <a:srgbClr val="20242A"/>
                </a:solidFill>
                <a:latin typeface="Arial"/>
                <a:ea typeface="Arial"/>
                <a:cs typeface="Arial"/>
              </a:defRPr>
            </a:pPr>
            <a:r>
              <a:rPr sz="3750" b="1">
                <a:solidFill>
                  <a:srgbClr val="20242A"/>
                </a:solidFill>
                <a:latin typeface="Arial"/>
                <a:ea typeface="Arial"/>
                <a:cs typeface="Arial"/>
              </a:rPr>
              <a:t>THE FIRST CHINESEBABYLM CHALLENGE</a:t>
            </a:r>
          </a:p>
        </p:txBody>
      </p:sp>
      <p:sp>
        <p:nvSpPr>
          <p:cNvPr id="6" name="cover-subtitle">
            <a:extLst>
              <a:ext uri="{FF2B5EF4-FFF2-40B4-BE49-F238E27FC236}">
                <a16:creationId xmlns:a16="http://schemas.microsoft.com/office/drawing/2014/main" id="{C5904510-6BBF-40D4-88DC-EFBA4E9412C2}"/>
              </a:ext>
            </a:extLst>
          </p:cNvPr>
          <p:cNvSpPr>
            <a:spLocks noGrp="1"/>
          </p:cNvSpPr>
          <p:nvPr/>
        </p:nvSpPr>
        <p:spPr>
          <a:xfrm>
            <a:off x="723900" y="2505075"/>
            <a:ext cx="7429500" cy="857250"/>
          </a:xfrm>
          <a:prstGeom prst="rect">
            <a:avLst/>
          </a:prstGeom>
          <a:noFill/>
          <a:ln w="0">
            <a:noFill/>
            <a:prstDash val="solid"/>
          </a:ln>
        </p:spPr>
        <p:txBody>
          <a:bodyPr wrap="square" lIns="0" tIns="0" rIns="0" bIns="0">
            <a:normAutofit/>
          </a:bodyPr>
          <a:lstStyle>
            <a:defPPr>
              <a:defRPr sz="2100">
                <a:solidFill>
                  <a:srgbClr val="233342"/>
                </a:solidFill>
                <a:latin typeface="Arial"/>
                <a:ea typeface="Arial"/>
                <a:cs typeface="Arial"/>
              </a:defRPr>
            </a:defPPr>
            <a:lvl1pPr>
              <a:defRPr sz="2100">
                <a:solidFill>
                  <a:srgbClr val="233342"/>
                </a:solidFill>
                <a:latin typeface="Arial"/>
                <a:ea typeface="Arial"/>
                <a:cs typeface="Arial"/>
              </a:defRPr>
            </a:lvl1pPr>
            <a:lvl2pPr>
              <a:defRPr sz="2100">
                <a:solidFill>
                  <a:srgbClr val="233342"/>
                </a:solidFill>
                <a:latin typeface="Arial"/>
                <a:ea typeface="Arial"/>
                <a:cs typeface="Arial"/>
              </a:defRPr>
            </a:lvl2pPr>
            <a:lvl3pPr>
              <a:defRPr sz="2100">
                <a:solidFill>
                  <a:srgbClr val="233342"/>
                </a:solidFill>
                <a:latin typeface="Arial"/>
                <a:ea typeface="Arial"/>
                <a:cs typeface="Arial"/>
              </a:defRPr>
            </a:lvl3pPr>
            <a:lvl4pPr>
              <a:defRPr sz="2100">
                <a:solidFill>
                  <a:srgbClr val="233342"/>
                </a:solidFill>
                <a:latin typeface="Arial"/>
                <a:ea typeface="Arial"/>
                <a:cs typeface="Arial"/>
              </a:defRPr>
            </a:lvl4pPr>
            <a:lvl5pPr>
              <a:defRPr sz="2100">
                <a:solidFill>
                  <a:srgbClr val="233342"/>
                </a:solidFill>
                <a:latin typeface="Arial"/>
                <a:ea typeface="Arial"/>
                <a:cs typeface="Arial"/>
              </a:defRPr>
            </a:lvl5pPr>
            <a:lvl6pPr>
              <a:defRPr sz="2100">
                <a:solidFill>
                  <a:srgbClr val="233342"/>
                </a:solidFill>
                <a:latin typeface="Arial"/>
                <a:ea typeface="Arial"/>
                <a:cs typeface="Arial"/>
              </a:defRPr>
            </a:lvl6pPr>
            <a:lvl7pPr>
              <a:defRPr sz="2100">
                <a:solidFill>
                  <a:srgbClr val="233342"/>
                </a:solidFill>
                <a:latin typeface="Arial"/>
                <a:ea typeface="Arial"/>
                <a:cs typeface="Arial"/>
              </a:defRPr>
            </a:lvl7pPr>
            <a:lvl8pPr>
              <a:defRPr sz="2100">
                <a:solidFill>
                  <a:srgbClr val="233342"/>
                </a:solidFill>
                <a:latin typeface="Arial"/>
                <a:ea typeface="Arial"/>
                <a:cs typeface="Arial"/>
              </a:defRPr>
            </a:lvl8pPr>
            <a:lvl9pPr>
              <a:defRPr sz="2100">
                <a:solidFill>
                  <a:srgbClr val="233342"/>
                </a:solidFill>
                <a:latin typeface="Arial"/>
                <a:ea typeface="Arial"/>
                <a:cs typeface="Arial"/>
              </a:defRPr>
            </a:lvl9pPr>
          </a:lstStyle>
          <a:p>
            <a:pPr>
              <a:lnSpc>
                <a:spcPct val="105000"/>
              </a:lnSpc>
              <a:buNone/>
              <a:defRPr sz="2100">
                <a:solidFill>
                  <a:srgbClr val="233342"/>
                </a:solidFill>
                <a:latin typeface="Arial"/>
                <a:ea typeface="Arial"/>
                <a:cs typeface="Arial"/>
              </a:defRPr>
            </a:pPr>
            <a:r>
              <a:rPr sz="2100" dirty="0">
                <a:solidFill>
                  <a:srgbClr val="233342"/>
                </a:solidFill>
                <a:latin typeface="Arial"/>
                <a:ea typeface="Arial"/>
                <a:cs typeface="Arial"/>
              </a:rPr>
              <a:t>Training Data-efficient and Cognitively Plausible</a:t>
            </a:r>
          </a:p>
          <a:p>
            <a:pPr>
              <a:lnSpc>
                <a:spcPct val="105000"/>
              </a:lnSpc>
              <a:buNone/>
              <a:defRPr sz="2100">
                <a:solidFill>
                  <a:srgbClr val="233342"/>
                </a:solidFill>
                <a:latin typeface="Arial"/>
                <a:ea typeface="Arial"/>
                <a:cs typeface="Arial"/>
              </a:defRPr>
            </a:pPr>
            <a:r>
              <a:rPr sz="2100" dirty="0">
                <a:solidFill>
                  <a:srgbClr val="233342"/>
                </a:solidFill>
                <a:latin typeface="Arial"/>
                <a:ea typeface="Arial"/>
                <a:cs typeface="Arial"/>
              </a:rPr>
              <a:t>Language Models for Chinese</a:t>
            </a:r>
          </a:p>
        </p:txBody>
      </p:sp>
      <p:sp>
        <p:nvSpPr>
          <p:cNvPr id="7" name="cover-authors">
            <a:extLst>
              <a:ext uri="{FF2B5EF4-FFF2-40B4-BE49-F238E27FC236}">
                <a16:creationId xmlns:a16="http://schemas.microsoft.com/office/drawing/2014/main" id="{B036FC9A-F60F-4DD4-BD30-1720B0A34BC0}"/>
              </a:ext>
            </a:extLst>
          </p:cNvPr>
          <p:cNvSpPr>
            <a:spLocks noGrp="1"/>
          </p:cNvSpPr>
          <p:nvPr/>
        </p:nvSpPr>
        <p:spPr>
          <a:xfrm>
            <a:off x="723900" y="3543300"/>
            <a:ext cx="7620000" cy="537931"/>
          </a:xfrm>
          <a:prstGeom prst="rect">
            <a:avLst/>
          </a:prstGeom>
          <a:noFill/>
          <a:ln w="0">
            <a:noFill/>
            <a:prstDash val="solid"/>
          </a:ln>
        </p:spPr>
        <p:txBody>
          <a:bodyPr wrap="square" lIns="0" tIns="0" rIns="0" bIns="0">
            <a:normAutofit fontScale="77500" lnSpcReduction="20000"/>
          </a:bodyPr>
          <a:lstStyle>
            <a:defPPr>
              <a:defRPr sz="1500">
                <a:solidFill>
                  <a:srgbClr val="20242A"/>
                </a:solidFill>
                <a:latin typeface="Arial"/>
                <a:ea typeface="Arial"/>
                <a:cs typeface="Arial"/>
              </a:defRPr>
            </a:defPPr>
            <a:lvl1pPr>
              <a:defRPr sz="1500">
                <a:solidFill>
                  <a:srgbClr val="20242A"/>
                </a:solidFill>
                <a:latin typeface="Arial"/>
                <a:ea typeface="Arial"/>
                <a:cs typeface="Arial"/>
              </a:defRPr>
            </a:lvl1pPr>
            <a:lvl2pPr>
              <a:defRPr sz="1500">
                <a:solidFill>
                  <a:srgbClr val="20242A"/>
                </a:solidFill>
                <a:latin typeface="Arial"/>
                <a:ea typeface="Arial"/>
                <a:cs typeface="Arial"/>
              </a:defRPr>
            </a:lvl2pPr>
            <a:lvl3pPr>
              <a:defRPr sz="1500">
                <a:solidFill>
                  <a:srgbClr val="20242A"/>
                </a:solidFill>
                <a:latin typeface="Arial"/>
                <a:ea typeface="Arial"/>
                <a:cs typeface="Arial"/>
              </a:defRPr>
            </a:lvl3pPr>
            <a:lvl4pPr>
              <a:defRPr sz="1500">
                <a:solidFill>
                  <a:srgbClr val="20242A"/>
                </a:solidFill>
                <a:latin typeface="Arial"/>
                <a:ea typeface="Arial"/>
                <a:cs typeface="Arial"/>
              </a:defRPr>
            </a:lvl4pPr>
            <a:lvl5pPr>
              <a:defRPr sz="1500">
                <a:solidFill>
                  <a:srgbClr val="20242A"/>
                </a:solidFill>
                <a:latin typeface="Arial"/>
                <a:ea typeface="Arial"/>
                <a:cs typeface="Arial"/>
              </a:defRPr>
            </a:lvl5pPr>
            <a:lvl6pPr>
              <a:defRPr sz="1500">
                <a:solidFill>
                  <a:srgbClr val="20242A"/>
                </a:solidFill>
                <a:latin typeface="Arial"/>
                <a:ea typeface="Arial"/>
                <a:cs typeface="Arial"/>
              </a:defRPr>
            </a:lvl6pPr>
            <a:lvl7pPr>
              <a:defRPr sz="1500">
                <a:solidFill>
                  <a:srgbClr val="20242A"/>
                </a:solidFill>
                <a:latin typeface="Arial"/>
                <a:ea typeface="Arial"/>
                <a:cs typeface="Arial"/>
              </a:defRPr>
            </a:lvl7pPr>
            <a:lvl8pPr>
              <a:defRPr sz="1500">
                <a:solidFill>
                  <a:srgbClr val="20242A"/>
                </a:solidFill>
                <a:latin typeface="Arial"/>
                <a:ea typeface="Arial"/>
                <a:cs typeface="Arial"/>
              </a:defRPr>
            </a:lvl8pPr>
            <a:lvl9pPr>
              <a:defRPr sz="1500">
                <a:solidFill>
                  <a:srgbClr val="20242A"/>
                </a:solidFill>
                <a:latin typeface="Arial"/>
                <a:ea typeface="Arial"/>
                <a:cs typeface="Arial"/>
              </a:defRPr>
            </a:lvl9pPr>
          </a:lstStyle>
          <a:p>
            <a:pPr>
              <a:lnSpc>
                <a:spcPct val="170000"/>
              </a:lnSpc>
              <a:defRPr sz="1500">
                <a:solidFill>
                  <a:srgbClr val="20242A"/>
                </a:solidFill>
                <a:latin typeface="Arial"/>
                <a:ea typeface="Arial"/>
                <a:cs typeface="Arial"/>
              </a:defRPr>
            </a:pPr>
            <a:r>
              <a:rPr sz="1500" dirty="0" err="1">
                <a:solidFill>
                  <a:srgbClr val="20242A"/>
                </a:solidFill>
                <a:latin typeface="Arial"/>
                <a:ea typeface="Arial"/>
                <a:cs typeface="Arial"/>
              </a:rPr>
              <a:t>Siyuan</a:t>
            </a:r>
            <a:r>
              <a:rPr sz="1500" dirty="0">
                <a:solidFill>
                  <a:srgbClr val="20242A"/>
                </a:solidFill>
                <a:latin typeface="Arial"/>
                <a:ea typeface="Arial"/>
                <a:cs typeface="Arial"/>
              </a:rPr>
              <a:t> Song, Zhiheng Qian, </a:t>
            </a:r>
            <a:r>
              <a:rPr sz="1500" dirty="0" err="1">
                <a:solidFill>
                  <a:srgbClr val="20242A"/>
                </a:solidFill>
                <a:latin typeface="Arial"/>
                <a:ea typeface="Arial"/>
                <a:cs typeface="Arial"/>
              </a:rPr>
              <a:t>Yunhao</a:t>
            </a:r>
            <a:r>
              <a:rPr sz="1500" dirty="0">
                <a:solidFill>
                  <a:srgbClr val="20242A"/>
                </a:solidFill>
                <a:latin typeface="Arial"/>
                <a:ea typeface="Arial"/>
                <a:cs typeface="Arial"/>
              </a:rPr>
              <a:t> Zhang, </a:t>
            </a:r>
            <a:r>
              <a:rPr sz="1500" dirty="0" err="1">
                <a:solidFill>
                  <a:srgbClr val="20242A"/>
                </a:solidFill>
                <a:latin typeface="Arial"/>
                <a:ea typeface="Arial"/>
                <a:cs typeface="Arial"/>
              </a:rPr>
              <a:t>Linyang</a:t>
            </a:r>
            <a:r>
              <a:rPr sz="1500" dirty="0">
                <a:solidFill>
                  <a:srgbClr val="20242A"/>
                </a:solidFill>
                <a:latin typeface="Arial"/>
                <a:ea typeface="Arial"/>
                <a:cs typeface="Arial"/>
              </a:rPr>
              <a:t> He, </a:t>
            </a:r>
            <a:r>
              <a:rPr lang="en-US" sz="1500" dirty="0" err="1">
                <a:solidFill>
                  <a:srgbClr val="20242A"/>
                </a:solidFill>
                <a:latin typeface="Arial"/>
                <a:ea typeface="Arial"/>
                <a:cs typeface="Arial"/>
              </a:rPr>
              <a:t>Xiaozhe</a:t>
            </a:r>
            <a:r>
              <a:rPr lang="en-US" sz="1500" dirty="0">
                <a:solidFill>
                  <a:srgbClr val="20242A"/>
                </a:solidFill>
                <a:latin typeface="Arial"/>
                <a:ea typeface="Arial"/>
                <a:cs typeface="Arial"/>
              </a:rPr>
              <a:t> Ji, </a:t>
            </a:r>
            <a:r>
              <a:rPr lang="en-US" dirty="0" err="1"/>
              <a:t>Yingxin</a:t>
            </a:r>
            <a:r>
              <a:rPr lang="en-US" dirty="0"/>
              <a:t> Lin, </a:t>
            </a:r>
            <a:r>
              <a:rPr lang="en-US" dirty="0" err="1"/>
              <a:t>Hongao</a:t>
            </a:r>
            <a:r>
              <a:rPr lang="en-US" dirty="0"/>
              <a:t> Zhu, </a:t>
            </a:r>
            <a:r>
              <a:rPr lang="en-US" dirty="0" err="1"/>
              <a:t>Chongtian</a:t>
            </a:r>
            <a:r>
              <a:rPr lang="en-US" dirty="0"/>
              <a:t> Shao, </a:t>
            </a:r>
            <a:r>
              <a:rPr lang="en-US" dirty="0" err="1"/>
              <a:t>Chuhan</a:t>
            </a:r>
            <a:r>
              <a:rPr lang="en-US" dirty="0"/>
              <a:t> Lang, Luan Li, Rui Wang, </a:t>
            </a:r>
            <a:r>
              <a:rPr lang="en-US" dirty="0" err="1"/>
              <a:t>Renfen</a:t>
            </a:r>
            <a:r>
              <a:rPr lang="en-US" dirty="0"/>
              <a:t> Hu, </a:t>
            </a:r>
            <a:r>
              <a:rPr lang="en-US" dirty="0" err="1"/>
              <a:t>Shaonan</a:t>
            </a:r>
            <a:r>
              <a:rPr lang="en-US" dirty="0"/>
              <a:t> Wang, Hai Hu</a:t>
            </a:r>
            <a:endParaRPr sz="1500" dirty="0">
              <a:solidFill>
                <a:srgbClr val="20242A"/>
              </a:solidFill>
              <a:latin typeface="Arial"/>
              <a:ea typeface="Arial"/>
              <a:cs typeface="Arial"/>
            </a:endParaRPr>
          </a:p>
        </p:txBody>
      </p:sp>
      <p:sp>
        <p:nvSpPr>
          <p:cNvPr id="8" name="cover-venue">
            <a:extLst>
              <a:ext uri="{FF2B5EF4-FFF2-40B4-BE49-F238E27FC236}">
                <a16:creationId xmlns:a16="http://schemas.microsoft.com/office/drawing/2014/main" id="{8D4349A4-54BE-4B33-892C-FD4E6F15D6F4}"/>
              </a:ext>
            </a:extLst>
          </p:cNvPr>
          <p:cNvSpPr>
            <a:spLocks noGrp="1"/>
          </p:cNvSpPr>
          <p:nvPr/>
        </p:nvSpPr>
        <p:spPr>
          <a:xfrm>
            <a:off x="723900" y="4334707"/>
            <a:ext cx="5238750" cy="323850"/>
          </a:xfrm>
          <a:prstGeom prst="rect">
            <a:avLst/>
          </a:prstGeom>
          <a:noFill/>
          <a:ln w="0">
            <a:noFill/>
            <a:prstDash val="solid"/>
          </a:ln>
        </p:spPr>
        <p:txBody>
          <a:bodyPr wrap="square" lIns="0" tIns="0" rIns="0" bIns="0">
            <a:noAutofit/>
          </a:bodyPr>
          <a:lstStyle>
            <a:defPPr>
              <a:defRPr sz="1500" b="1">
                <a:solidFill>
                  <a:srgbClr val="9E1B32"/>
                </a:solidFill>
                <a:latin typeface="Arial"/>
                <a:ea typeface="Arial"/>
                <a:cs typeface="Arial"/>
              </a:defRPr>
            </a:defPPr>
            <a:lvl1pPr>
              <a:defRPr sz="1500" b="1">
                <a:solidFill>
                  <a:srgbClr val="9E1B32"/>
                </a:solidFill>
                <a:latin typeface="Arial"/>
                <a:ea typeface="Arial"/>
                <a:cs typeface="Arial"/>
              </a:defRPr>
            </a:lvl1pPr>
            <a:lvl2pPr>
              <a:defRPr sz="1500" b="1">
                <a:solidFill>
                  <a:srgbClr val="9E1B32"/>
                </a:solidFill>
                <a:latin typeface="Arial"/>
                <a:ea typeface="Arial"/>
                <a:cs typeface="Arial"/>
              </a:defRPr>
            </a:lvl2pPr>
            <a:lvl3pPr>
              <a:defRPr sz="1500" b="1">
                <a:solidFill>
                  <a:srgbClr val="9E1B32"/>
                </a:solidFill>
                <a:latin typeface="Arial"/>
                <a:ea typeface="Arial"/>
                <a:cs typeface="Arial"/>
              </a:defRPr>
            </a:lvl3pPr>
            <a:lvl4pPr>
              <a:defRPr sz="1500" b="1">
                <a:solidFill>
                  <a:srgbClr val="9E1B32"/>
                </a:solidFill>
                <a:latin typeface="Arial"/>
                <a:ea typeface="Arial"/>
                <a:cs typeface="Arial"/>
              </a:defRPr>
            </a:lvl4pPr>
            <a:lvl5pPr>
              <a:defRPr sz="1500" b="1">
                <a:solidFill>
                  <a:srgbClr val="9E1B32"/>
                </a:solidFill>
                <a:latin typeface="Arial"/>
                <a:ea typeface="Arial"/>
                <a:cs typeface="Arial"/>
              </a:defRPr>
            </a:lvl5pPr>
            <a:lvl6pPr>
              <a:defRPr sz="1500" b="1">
                <a:solidFill>
                  <a:srgbClr val="9E1B32"/>
                </a:solidFill>
                <a:latin typeface="Arial"/>
                <a:ea typeface="Arial"/>
                <a:cs typeface="Arial"/>
              </a:defRPr>
            </a:lvl6pPr>
            <a:lvl7pPr>
              <a:defRPr sz="1500" b="1">
                <a:solidFill>
                  <a:srgbClr val="9E1B32"/>
                </a:solidFill>
                <a:latin typeface="Arial"/>
                <a:ea typeface="Arial"/>
                <a:cs typeface="Arial"/>
              </a:defRPr>
            </a:lvl7pPr>
            <a:lvl8pPr>
              <a:defRPr sz="1500" b="1">
                <a:solidFill>
                  <a:srgbClr val="9E1B32"/>
                </a:solidFill>
                <a:latin typeface="Arial"/>
                <a:ea typeface="Arial"/>
                <a:cs typeface="Arial"/>
              </a:defRPr>
            </a:lvl8pPr>
            <a:lvl9pPr>
              <a:defRPr sz="1500" b="1">
                <a:solidFill>
                  <a:srgbClr val="9E1B32"/>
                </a:solidFill>
                <a:latin typeface="Arial"/>
                <a:ea typeface="Arial"/>
                <a:cs typeface="Arial"/>
              </a:defRPr>
            </a:lvl9pPr>
          </a:lstStyle>
          <a:p>
            <a:pPr>
              <a:defRPr sz="1500" b="1">
                <a:solidFill>
                  <a:srgbClr val="9E1B32"/>
                </a:solidFill>
                <a:latin typeface="Arial"/>
                <a:ea typeface="Arial"/>
                <a:cs typeface="Arial"/>
              </a:defRPr>
            </a:pPr>
            <a:r>
              <a:rPr sz="1500" b="1" dirty="0">
                <a:solidFill>
                  <a:srgbClr val="9E1B32"/>
                </a:solidFill>
                <a:latin typeface="Arial"/>
                <a:ea typeface="Arial"/>
                <a:cs typeface="Arial"/>
              </a:rPr>
              <a:t>NLPCC 202</a:t>
            </a:r>
            <a:r>
              <a:rPr lang="en-US" sz="1500" b="1" dirty="0">
                <a:solidFill>
                  <a:srgbClr val="9E1B32"/>
                </a:solidFill>
                <a:latin typeface="Arial"/>
                <a:ea typeface="Arial"/>
                <a:cs typeface="Arial"/>
              </a:rPr>
              <a:t>6</a:t>
            </a:r>
            <a:r>
              <a:rPr sz="1500" b="1" dirty="0">
                <a:solidFill>
                  <a:srgbClr val="9E1B32"/>
                </a:solidFill>
                <a:latin typeface="Arial"/>
                <a:ea typeface="Arial"/>
                <a:cs typeface="Arial"/>
              </a:rPr>
              <a:t> Shared Task</a:t>
            </a:r>
          </a:p>
        </p:txBody>
      </p:sp>
      <p:sp>
        <p:nvSpPr>
          <p:cNvPr id="9" name="cover-footer">
            <a:extLst>
              <a:ext uri="{FF2B5EF4-FFF2-40B4-BE49-F238E27FC236}">
                <a16:creationId xmlns:a16="http://schemas.microsoft.com/office/drawing/2014/main" id="{38D9462B-D8AB-40D0-A0FD-3BA3546DD947}"/>
              </a:ext>
            </a:extLst>
          </p:cNvPr>
          <p:cNvSpPr>
            <a:spLocks noGrp="1"/>
          </p:cNvSpPr>
          <p:nvPr/>
        </p:nvSpPr>
        <p:spPr>
          <a:xfrm>
            <a:off x="723900" y="5905500"/>
            <a:ext cx="7143750" cy="247650"/>
          </a:xfrm>
          <a:prstGeom prst="rect">
            <a:avLst/>
          </a:prstGeom>
          <a:noFill/>
          <a:ln w="0">
            <a:noFill/>
            <a:prstDash val="solid"/>
          </a:ln>
        </p:spPr>
        <p:txBody>
          <a:bodyPr wrap="square" lIns="0" tIns="0" rIns="0" bIns="0">
            <a:noAutofit/>
          </a:bodyPr>
          <a:lstStyle>
            <a:defPPr>
              <a:defRPr sz="1200">
                <a:solidFill>
                  <a:srgbClr val="A5A9AE"/>
                </a:solidFill>
                <a:latin typeface="Arial"/>
                <a:ea typeface="Arial"/>
                <a:cs typeface="Arial"/>
              </a:defRPr>
            </a:defPPr>
            <a:lvl1pPr>
              <a:defRPr sz="1200">
                <a:solidFill>
                  <a:srgbClr val="A5A9AE"/>
                </a:solidFill>
                <a:latin typeface="Arial"/>
                <a:ea typeface="Arial"/>
                <a:cs typeface="Arial"/>
              </a:defRPr>
            </a:lvl1pPr>
            <a:lvl2pPr>
              <a:defRPr sz="1200">
                <a:solidFill>
                  <a:srgbClr val="A5A9AE"/>
                </a:solidFill>
                <a:latin typeface="Arial"/>
                <a:ea typeface="Arial"/>
                <a:cs typeface="Arial"/>
              </a:defRPr>
            </a:lvl2pPr>
            <a:lvl3pPr>
              <a:defRPr sz="1200">
                <a:solidFill>
                  <a:srgbClr val="A5A9AE"/>
                </a:solidFill>
                <a:latin typeface="Arial"/>
                <a:ea typeface="Arial"/>
                <a:cs typeface="Arial"/>
              </a:defRPr>
            </a:lvl3pPr>
            <a:lvl4pPr>
              <a:defRPr sz="1200">
                <a:solidFill>
                  <a:srgbClr val="A5A9AE"/>
                </a:solidFill>
                <a:latin typeface="Arial"/>
                <a:ea typeface="Arial"/>
                <a:cs typeface="Arial"/>
              </a:defRPr>
            </a:lvl4pPr>
            <a:lvl5pPr>
              <a:defRPr sz="1200">
                <a:solidFill>
                  <a:srgbClr val="A5A9AE"/>
                </a:solidFill>
                <a:latin typeface="Arial"/>
                <a:ea typeface="Arial"/>
                <a:cs typeface="Arial"/>
              </a:defRPr>
            </a:lvl5pPr>
            <a:lvl6pPr>
              <a:defRPr sz="1200">
                <a:solidFill>
                  <a:srgbClr val="A5A9AE"/>
                </a:solidFill>
                <a:latin typeface="Arial"/>
                <a:ea typeface="Arial"/>
                <a:cs typeface="Arial"/>
              </a:defRPr>
            </a:lvl6pPr>
            <a:lvl7pPr>
              <a:defRPr sz="1200">
                <a:solidFill>
                  <a:srgbClr val="A5A9AE"/>
                </a:solidFill>
                <a:latin typeface="Arial"/>
                <a:ea typeface="Arial"/>
                <a:cs typeface="Arial"/>
              </a:defRPr>
            </a:lvl7pPr>
            <a:lvl8pPr>
              <a:defRPr sz="1200">
                <a:solidFill>
                  <a:srgbClr val="A5A9AE"/>
                </a:solidFill>
                <a:latin typeface="Arial"/>
                <a:ea typeface="Arial"/>
                <a:cs typeface="Arial"/>
              </a:defRPr>
            </a:lvl8pPr>
            <a:lvl9pPr>
              <a:defRPr sz="1200">
                <a:solidFill>
                  <a:srgbClr val="A5A9AE"/>
                </a:solidFill>
                <a:latin typeface="Arial"/>
                <a:ea typeface="Arial"/>
                <a:cs typeface="Arial"/>
              </a:defRPr>
            </a:lvl9pPr>
          </a:lstStyle>
          <a:p>
            <a:pPr>
              <a:defRPr sz="1200">
                <a:solidFill>
                  <a:srgbClr val="A5A9AE"/>
                </a:solidFill>
                <a:latin typeface="Arial"/>
                <a:ea typeface="Arial"/>
                <a:cs typeface="Arial"/>
              </a:defRPr>
            </a:pPr>
            <a:r>
              <a:rPr sz="1200">
                <a:solidFill>
                  <a:srgbClr val="A5A9AE"/>
                </a:solidFill>
                <a:latin typeface="Arial"/>
                <a:ea typeface="Arial"/>
                <a:cs typeface="Arial"/>
              </a:rPr>
              <a:t>Data-efficient pretraining  /  Chinese-specific evaluation</a:t>
            </a:r>
          </a:p>
        </p:txBody>
      </p:sp>
    </p:spTree>
    <p:extLst>
      <p:ext uri="{BB962C8B-B14F-4D97-AF65-F5344CB8AC3E}">
        <p14:creationId xmlns:p14="http://schemas.microsoft.com/office/powerpoint/2010/main" val="1878871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slide-2-title">
            <a:extLst>
              <a:ext uri="{FF2B5EF4-FFF2-40B4-BE49-F238E27FC236}">
                <a16:creationId xmlns:a16="http://schemas.microsoft.com/office/drawing/2014/main" id="{A7E9417D-55D1-473C-91A6-04D6B5FB6379}"/>
              </a:ext>
            </a:extLst>
          </p:cNvPr>
          <p:cNvSpPr>
            <a:spLocks noGrp="1"/>
          </p:cNvSpPr>
          <p:nvPr/>
        </p:nvSpPr>
        <p:spPr>
          <a:xfrm>
            <a:off x="685800" y="409575"/>
            <a:ext cx="10001250" cy="533400"/>
          </a:xfrm>
          <a:prstGeom prst="rect">
            <a:avLst/>
          </a:prstGeom>
          <a:noFill/>
          <a:ln w="0">
            <a:noFill/>
            <a:prstDash val="solid"/>
          </a:ln>
        </p:spPr>
        <p:txBody>
          <a:bodyPr wrap="square" lIns="0" tIns="0" rIns="0" bIns="0">
            <a:noAutofit/>
          </a:bodyPr>
          <a:lstStyle>
            <a:defPPr>
              <a:defRPr sz="3150" b="1">
                <a:solidFill>
                  <a:srgbClr val="20242A"/>
                </a:solidFill>
                <a:latin typeface="Arial"/>
                <a:ea typeface="Arial"/>
                <a:cs typeface="Arial"/>
              </a:defRPr>
            </a:defPPr>
            <a:lvl1pPr>
              <a:defRPr sz="3150" b="1">
                <a:solidFill>
                  <a:srgbClr val="20242A"/>
                </a:solidFill>
                <a:latin typeface="Arial"/>
                <a:ea typeface="Arial"/>
                <a:cs typeface="Arial"/>
              </a:defRPr>
            </a:lvl1pPr>
            <a:lvl2pPr>
              <a:defRPr sz="3150" b="1">
                <a:solidFill>
                  <a:srgbClr val="20242A"/>
                </a:solidFill>
                <a:latin typeface="Arial"/>
                <a:ea typeface="Arial"/>
                <a:cs typeface="Arial"/>
              </a:defRPr>
            </a:lvl2pPr>
            <a:lvl3pPr>
              <a:defRPr sz="3150" b="1">
                <a:solidFill>
                  <a:srgbClr val="20242A"/>
                </a:solidFill>
                <a:latin typeface="Arial"/>
                <a:ea typeface="Arial"/>
                <a:cs typeface="Arial"/>
              </a:defRPr>
            </a:lvl3pPr>
            <a:lvl4pPr>
              <a:defRPr sz="3150" b="1">
                <a:solidFill>
                  <a:srgbClr val="20242A"/>
                </a:solidFill>
                <a:latin typeface="Arial"/>
                <a:ea typeface="Arial"/>
                <a:cs typeface="Arial"/>
              </a:defRPr>
            </a:lvl4pPr>
            <a:lvl5pPr>
              <a:defRPr sz="3150" b="1">
                <a:solidFill>
                  <a:srgbClr val="20242A"/>
                </a:solidFill>
                <a:latin typeface="Arial"/>
                <a:ea typeface="Arial"/>
                <a:cs typeface="Arial"/>
              </a:defRPr>
            </a:lvl5pPr>
            <a:lvl6pPr>
              <a:defRPr sz="3150" b="1">
                <a:solidFill>
                  <a:srgbClr val="20242A"/>
                </a:solidFill>
                <a:latin typeface="Arial"/>
                <a:ea typeface="Arial"/>
                <a:cs typeface="Arial"/>
              </a:defRPr>
            </a:lvl6pPr>
            <a:lvl7pPr>
              <a:defRPr sz="3150" b="1">
                <a:solidFill>
                  <a:srgbClr val="20242A"/>
                </a:solidFill>
                <a:latin typeface="Arial"/>
                <a:ea typeface="Arial"/>
                <a:cs typeface="Arial"/>
              </a:defRPr>
            </a:lvl7pPr>
            <a:lvl8pPr>
              <a:defRPr sz="3150" b="1">
                <a:solidFill>
                  <a:srgbClr val="20242A"/>
                </a:solidFill>
                <a:latin typeface="Arial"/>
                <a:ea typeface="Arial"/>
                <a:cs typeface="Arial"/>
              </a:defRPr>
            </a:lvl8pPr>
            <a:lvl9pPr>
              <a:defRPr sz="3150" b="1">
                <a:solidFill>
                  <a:srgbClr val="20242A"/>
                </a:solidFill>
                <a:latin typeface="Arial"/>
                <a:ea typeface="Arial"/>
                <a:cs typeface="Arial"/>
              </a:defRPr>
            </a:lvl9pPr>
          </a:lstStyle>
          <a:p>
            <a:pPr>
              <a:defRPr sz="3150" b="1">
                <a:solidFill>
                  <a:srgbClr val="20242A"/>
                </a:solidFill>
                <a:latin typeface="Arial"/>
                <a:ea typeface="Arial"/>
                <a:cs typeface="Arial"/>
              </a:defRPr>
            </a:pPr>
            <a:r>
              <a:rPr sz="3150" b="1" dirty="0">
                <a:solidFill>
                  <a:srgbClr val="20242A"/>
                </a:solidFill>
                <a:latin typeface="Arial"/>
                <a:ea typeface="Arial"/>
                <a:cs typeface="Arial"/>
              </a:rPr>
              <a:t>Motivation</a:t>
            </a:r>
          </a:p>
        </p:txBody>
      </p:sp>
      <p:sp>
        <p:nvSpPr>
          <p:cNvPr id="2" name="slide-2-top-rule">
            <a:extLst>
              <a:ext uri="{FF2B5EF4-FFF2-40B4-BE49-F238E27FC236}">
                <a16:creationId xmlns:a16="http://schemas.microsoft.com/office/drawing/2014/main" id="{8C5DD9AC-D089-446D-85C8-1DE250BDE532}"/>
              </a:ext>
            </a:extLst>
          </p:cNvPr>
          <p:cNvSpPr>
            <a:spLocks noGrp="1"/>
          </p:cNvSpPr>
          <p:nvPr/>
        </p:nvSpPr>
        <p:spPr>
          <a:xfrm>
            <a:off x="685800" y="1057275"/>
            <a:ext cx="10820400" cy="19050"/>
          </a:xfrm>
          <a:prstGeom prst="rect">
            <a:avLst/>
          </a:prstGeom>
          <a:solidFill>
            <a:srgbClr val="D9D7D2"/>
          </a:solidFill>
          <a:ln w="0">
            <a:noFill/>
            <a:prstDash val="solid"/>
          </a:ln>
        </p:spPr>
      </p:sp>
      <p:sp>
        <p:nvSpPr>
          <p:cNvPr id="3" name="矩形 2">
            <a:extLst>
              <a:ext uri="{FF2B5EF4-FFF2-40B4-BE49-F238E27FC236}">
                <a16:creationId xmlns:a16="http://schemas.microsoft.com/office/drawing/2014/main" id="{C71FB24B-27D0-41E1-86D1-9C0D736AB9A1}"/>
              </a:ext>
            </a:extLst>
          </p:cNvPr>
          <p:cNvSpPr>
            <a:spLocks noGrp="1"/>
          </p:cNvSpPr>
          <p:nvPr/>
        </p:nvSpPr>
        <p:spPr>
          <a:xfrm>
            <a:off x="685800" y="1343025"/>
            <a:ext cx="2286000" cy="228600"/>
          </a:xfrm>
          <a:prstGeom prst="rect">
            <a:avLst/>
          </a:prstGeom>
          <a:noFill/>
          <a:ln w="0">
            <a:noFill/>
            <a:prstDash val="solid"/>
          </a:ln>
        </p:spPr>
        <p:txBody>
          <a:bodyPr wrap="square" lIns="0" tIns="0" rIns="0" bIns="0">
            <a:noAutofit/>
          </a:bodyPr>
          <a:lstStyle>
            <a:defPPr>
              <a:defRPr sz="1125" b="1">
                <a:solidFill>
                  <a:srgbClr val="C49A2C"/>
                </a:solidFill>
                <a:latin typeface="Arial"/>
                <a:ea typeface="Arial"/>
                <a:cs typeface="Arial"/>
              </a:defRPr>
            </a:defPPr>
            <a:lvl1pPr>
              <a:defRPr sz="1125" b="1">
                <a:solidFill>
                  <a:srgbClr val="C49A2C"/>
                </a:solidFill>
                <a:latin typeface="Arial"/>
                <a:ea typeface="Arial"/>
                <a:cs typeface="Arial"/>
              </a:defRPr>
            </a:lvl1pPr>
            <a:lvl2pPr>
              <a:defRPr sz="1125" b="1">
                <a:solidFill>
                  <a:srgbClr val="C49A2C"/>
                </a:solidFill>
                <a:latin typeface="Arial"/>
                <a:ea typeface="Arial"/>
                <a:cs typeface="Arial"/>
              </a:defRPr>
            </a:lvl2pPr>
            <a:lvl3pPr>
              <a:defRPr sz="1125" b="1">
                <a:solidFill>
                  <a:srgbClr val="C49A2C"/>
                </a:solidFill>
                <a:latin typeface="Arial"/>
                <a:ea typeface="Arial"/>
                <a:cs typeface="Arial"/>
              </a:defRPr>
            </a:lvl3pPr>
            <a:lvl4pPr>
              <a:defRPr sz="1125" b="1">
                <a:solidFill>
                  <a:srgbClr val="C49A2C"/>
                </a:solidFill>
                <a:latin typeface="Arial"/>
                <a:ea typeface="Arial"/>
                <a:cs typeface="Arial"/>
              </a:defRPr>
            </a:lvl4pPr>
            <a:lvl5pPr>
              <a:defRPr sz="1125" b="1">
                <a:solidFill>
                  <a:srgbClr val="C49A2C"/>
                </a:solidFill>
                <a:latin typeface="Arial"/>
                <a:ea typeface="Arial"/>
                <a:cs typeface="Arial"/>
              </a:defRPr>
            </a:lvl5pPr>
            <a:lvl6pPr>
              <a:defRPr sz="1125" b="1">
                <a:solidFill>
                  <a:srgbClr val="C49A2C"/>
                </a:solidFill>
                <a:latin typeface="Arial"/>
                <a:ea typeface="Arial"/>
                <a:cs typeface="Arial"/>
              </a:defRPr>
            </a:lvl6pPr>
            <a:lvl7pPr>
              <a:defRPr sz="1125" b="1">
                <a:solidFill>
                  <a:srgbClr val="C49A2C"/>
                </a:solidFill>
                <a:latin typeface="Arial"/>
                <a:ea typeface="Arial"/>
                <a:cs typeface="Arial"/>
              </a:defRPr>
            </a:lvl7pPr>
            <a:lvl8pPr>
              <a:defRPr sz="1125" b="1">
                <a:solidFill>
                  <a:srgbClr val="C49A2C"/>
                </a:solidFill>
                <a:latin typeface="Arial"/>
                <a:ea typeface="Arial"/>
                <a:cs typeface="Arial"/>
              </a:defRPr>
            </a:lvl8pPr>
            <a:lvl9pPr>
              <a:defRPr sz="1125" b="1">
                <a:solidFill>
                  <a:srgbClr val="C49A2C"/>
                </a:solidFill>
                <a:latin typeface="Arial"/>
                <a:ea typeface="Arial"/>
                <a:cs typeface="Arial"/>
              </a:defRPr>
            </a:lvl9pPr>
          </a:lstStyle>
          <a:p>
            <a:pPr>
              <a:defRPr sz="1125" b="1">
                <a:solidFill>
                  <a:srgbClr val="C49A2C"/>
                </a:solidFill>
                <a:latin typeface="Arial"/>
                <a:ea typeface="Arial"/>
                <a:cs typeface="Arial"/>
              </a:defRPr>
            </a:pPr>
            <a:r>
              <a:rPr sz="1125" b="1">
                <a:solidFill>
                  <a:srgbClr val="C49A2C"/>
                </a:solidFill>
                <a:latin typeface="Arial"/>
                <a:ea typeface="Arial"/>
                <a:cs typeface="Arial"/>
              </a:rPr>
              <a:t>RESEARCH QUESTION</a:t>
            </a:r>
          </a:p>
        </p:txBody>
      </p:sp>
      <p:sp>
        <p:nvSpPr>
          <p:cNvPr id="4" name="research-question">
            <a:extLst>
              <a:ext uri="{FF2B5EF4-FFF2-40B4-BE49-F238E27FC236}">
                <a16:creationId xmlns:a16="http://schemas.microsoft.com/office/drawing/2014/main" id="{C700A8C2-98D5-40EA-8A13-C399CBC3B8C8}"/>
              </a:ext>
            </a:extLst>
          </p:cNvPr>
          <p:cNvSpPr>
            <a:spLocks noGrp="1"/>
          </p:cNvSpPr>
          <p:nvPr/>
        </p:nvSpPr>
        <p:spPr>
          <a:xfrm>
            <a:off x="685800" y="1666875"/>
            <a:ext cx="10820400" cy="857250"/>
          </a:xfrm>
          <a:prstGeom prst="rect">
            <a:avLst/>
          </a:prstGeom>
          <a:noFill/>
          <a:ln w="0">
            <a:noFill/>
            <a:prstDash val="solid"/>
          </a:ln>
        </p:spPr>
        <p:txBody>
          <a:bodyPr wrap="square" lIns="0" tIns="0" rIns="0" bIns="0">
            <a:noAutofit/>
          </a:bodyPr>
          <a:lstStyle>
            <a:defPPr>
              <a:defRPr sz="2550">
                <a:solidFill>
                  <a:srgbClr val="20242A"/>
                </a:solidFill>
                <a:latin typeface="Arial"/>
                <a:ea typeface="Arial"/>
                <a:cs typeface="Arial"/>
              </a:defRPr>
            </a:defPPr>
            <a:lvl1pPr>
              <a:defRPr sz="2550">
                <a:solidFill>
                  <a:srgbClr val="20242A"/>
                </a:solidFill>
                <a:latin typeface="Arial"/>
                <a:ea typeface="Arial"/>
                <a:cs typeface="Arial"/>
              </a:defRPr>
            </a:lvl1pPr>
            <a:lvl2pPr>
              <a:defRPr sz="2550">
                <a:solidFill>
                  <a:srgbClr val="20242A"/>
                </a:solidFill>
                <a:latin typeface="Arial"/>
                <a:ea typeface="Arial"/>
                <a:cs typeface="Arial"/>
              </a:defRPr>
            </a:lvl2pPr>
            <a:lvl3pPr>
              <a:defRPr sz="2550">
                <a:solidFill>
                  <a:srgbClr val="20242A"/>
                </a:solidFill>
                <a:latin typeface="Arial"/>
                <a:ea typeface="Arial"/>
                <a:cs typeface="Arial"/>
              </a:defRPr>
            </a:lvl3pPr>
            <a:lvl4pPr>
              <a:defRPr sz="2550">
                <a:solidFill>
                  <a:srgbClr val="20242A"/>
                </a:solidFill>
                <a:latin typeface="Arial"/>
                <a:ea typeface="Arial"/>
                <a:cs typeface="Arial"/>
              </a:defRPr>
            </a:lvl4pPr>
            <a:lvl5pPr>
              <a:defRPr sz="2550">
                <a:solidFill>
                  <a:srgbClr val="20242A"/>
                </a:solidFill>
                <a:latin typeface="Arial"/>
                <a:ea typeface="Arial"/>
                <a:cs typeface="Arial"/>
              </a:defRPr>
            </a:lvl5pPr>
            <a:lvl6pPr>
              <a:defRPr sz="2550">
                <a:solidFill>
                  <a:srgbClr val="20242A"/>
                </a:solidFill>
                <a:latin typeface="Arial"/>
                <a:ea typeface="Arial"/>
                <a:cs typeface="Arial"/>
              </a:defRPr>
            </a:lvl6pPr>
            <a:lvl7pPr>
              <a:defRPr sz="2550">
                <a:solidFill>
                  <a:srgbClr val="20242A"/>
                </a:solidFill>
                <a:latin typeface="Arial"/>
                <a:ea typeface="Arial"/>
                <a:cs typeface="Arial"/>
              </a:defRPr>
            </a:lvl7pPr>
            <a:lvl8pPr>
              <a:defRPr sz="2550">
                <a:solidFill>
                  <a:srgbClr val="20242A"/>
                </a:solidFill>
                <a:latin typeface="Arial"/>
                <a:ea typeface="Arial"/>
                <a:cs typeface="Arial"/>
              </a:defRPr>
            </a:lvl8pPr>
            <a:lvl9pPr>
              <a:defRPr sz="2550">
                <a:solidFill>
                  <a:srgbClr val="20242A"/>
                </a:solidFill>
                <a:latin typeface="Arial"/>
                <a:ea typeface="Arial"/>
                <a:cs typeface="Arial"/>
              </a:defRPr>
            </a:lvl9pPr>
          </a:lstStyle>
          <a:p>
            <a:pPr>
              <a:defRPr sz="2550">
                <a:solidFill>
                  <a:srgbClr val="20242A"/>
                </a:solidFill>
                <a:latin typeface="Arial"/>
                <a:ea typeface="Arial"/>
                <a:cs typeface="Arial"/>
              </a:defRPr>
            </a:pPr>
            <a:r>
              <a:rPr sz="2550" b="1">
                <a:solidFill>
                  <a:srgbClr val="20242A"/>
                </a:solidFill>
                <a:latin typeface="Arial"/>
                <a:ea typeface="Arial"/>
                <a:cs typeface="Arial"/>
              </a:rPr>
              <a:t>How well can models learn Chinese with no more than 102M words?</a:t>
            </a:r>
          </a:p>
        </p:txBody>
      </p:sp>
      <p:sp>
        <p:nvSpPr>
          <p:cNvPr id="5" name="矩形 4">
            <a:extLst>
              <a:ext uri="{FF2B5EF4-FFF2-40B4-BE49-F238E27FC236}">
                <a16:creationId xmlns:a16="http://schemas.microsoft.com/office/drawing/2014/main" id="{1A91C283-1B19-4D37-9292-F27FAF4BBC8F}"/>
              </a:ext>
            </a:extLst>
          </p:cNvPr>
          <p:cNvSpPr>
            <a:spLocks noGrp="1"/>
          </p:cNvSpPr>
          <p:nvPr/>
        </p:nvSpPr>
        <p:spPr>
          <a:xfrm>
            <a:off x="685800" y="2743200"/>
            <a:ext cx="10820400" cy="19050"/>
          </a:xfrm>
          <a:prstGeom prst="rect">
            <a:avLst/>
          </a:prstGeom>
          <a:solidFill>
            <a:srgbClr val="D9D7D2"/>
          </a:solidFill>
          <a:ln w="0">
            <a:noFill/>
            <a:prstDash val="solid"/>
          </a:ln>
        </p:spPr>
      </p:sp>
      <p:sp>
        <p:nvSpPr>
          <p:cNvPr id="6" name="矩形 5">
            <a:extLst>
              <a:ext uri="{FF2B5EF4-FFF2-40B4-BE49-F238E27FC236}">
                <a16:creationId xmlns:a16="http://schemas.microsoft.com/office/drawing/2014/main" id="{78252CD2-6C48-40B5-AFE7-35862C874BC5}"/>
              </a:ext>
            </a:extLst>
          </p:cNvPr>
          <p:cNvSpPr>
            <a:spLocks noGrp="1"/>
          </p:cNvSpPr>
          <p:nvPr/>
        </p:nvSpPr>
        <p:spPr>
          <a:xfrm>
            <a:off x="685800" y="3095625"/>
            <a:ext cx="857250" cy="323850"/>
          </a:xfrm>
          <a:prstGeom prst="rect">
            <a:avLst/>
          </a:prstGeom>
          <a:noFill/>
          <a:ln w="0">
            <a:noFill/>
            <a:prstDash val="solid"/>
          </a:ln>
        </p:spPr>
        <p:txBody>
          <a:bodyPr wrap="square" lIns="0" tIns="0" rIns="0" bIns="0">
            <a:noAutofit/>
          </a:bodyPr>
          <a:lstStyle>
            <a:defPPr>
              <a:defRPr sz="1500" b="1">
                <a:solidFill>
                  <a:srgbClr val="C49A2C"/>
                </a:solidFill>
                <a:latin typeface="Arial"/>
                <a:ea typeface="Arial"/>
                <a:cs typeface="Arial"/>
              </a:defRPr>
            </a:defPPr>
            <a:lvl1pPr>
              <a:defRPr sz="1500" b="1">
                <a:solidFill>
                  <a:srgbClr val="C49A2C"/>
                </a:solidFill>
                <a:latin typeface="Arial"/>
                <a:ea typeface="Arial"/>
                <a:cs typeface="Arial"/>
              </a:defRPr>
            </a:lvl1pPr>
            <a:lvl2pPr>
              <a:defRPr sz="1500" b="1">
                <a:solidFill>
                  <a:srgbClr val="C49A2C"/>
                </a:solidFill>
                <a:latin typeface="Arial"/>
                <a:ea typeface="Arial"/>
                <a:cs typeface="Arial"/>
              </a:defRPr>
            </a:lvl2pPr>
            <a:lvl3pPr>
              <a:defRPr sz="1500" b="1">
                <a:solidFill>
                  <a:srgbClr val="C49A2C"/>
                </a:solidFill>
                <a:latin typeface="Arial"/>
                <a:ea typeface="Arial"/>
                <a:cs typeface="Arial"/>
              </a:defRPr>
            </a:lvl3pPr>
            <a:lvl4pPr>
              <a:defRPr sz="1500" b="1">
                <a:solidFill>
                  <a:srgbClr val="C49A2C"/>
                </a:solidFill>
                <a:latin typeface="Arial"/>
                <a:ea typeface="Arial"/>
                <a:cs typeface="Arial"/>
              </a:defRPr>
            </a:lvl4pPr>
            <a:lvl5pPr>
              <a:defRPr sz="1500" b="1">
                <a:solidFill>
                  <a:srgbClr val="C49A2C"/>
                </a:solidFill>
                <a:latin typeface="Arial"/>
                <a:ea typeface="Arial"/>
                <a:cs typeface="Arial"/>
              </a:defRPr>
            </a:lvl5pPr>
            <a:lvl6pPr>
              <a:defRPr sz="1500" b="1">
                <a:solidFill>
                  <a:srgbClr val="C49A2C"/>
                </a:solidFill>
                <a:latin typeface="Arial"/>
                <a:ea typeface="Arial"/>
                <a:cs typeface="Arial"/>
              </a:defRPr>
            </a:lvl6pPr>
            <a:lvl7pPr>
              <a:defRPr sz="1500" b="1">
                <a:solidFill>
                  <a:srgbClr val="C49A2C"/>
                </a:solidFill>
                <a:latin typeface="Arial"/>
                <a:ea typeface="Arial"/>
                <a:cs typeface="Arial"/>
              </a:defRPr>
            </a:lvl7pPr>
            <a:lvl8pPr>
              <a:defRPr sz="1500" b="1">
                <a:solidFill>
                  <a:srgbClr val="C49A2C"/>
                </a:solidFill>
                <a:latin typeface="Arial"/>
                <a:ea typeface="Arial"/>
                <a:cs typeface="Arial"/>
              </a:defRPr>
            </a:lvl8pPr>
            <a:lvl9pPr>
              <a:defRPr sz="1500" b="1">
                <a:solidFill>
                  <a:srgbClr val="C49A2C"/>
                </a:solidFill>
                <a:latin typeface="Arial"/>
                <a:ea typeface="Arial"/>
                <a:cs typeface="Arial"/>
              </a:defRPr>
            </a:lvl9pPr>
          </a:lstStyle>
          <a:p>
            <a:pPr>
              <a:defRPr sz="1500" b="1">
                <a:solidFill>
                  <a:srgbClr val="C49A2C"/>
                </a:solidFill>
                <a:latin typeface="Arial"/>
                <a:ea typeface="Arial"/>
                <a:cs typeface="Arial"/>
              </a:defRPr>
            </a:pPr>
            <a:r>
              <a:rPr sz="1500" b="1">
                <a:solidFill>
                  <a:srgbClr val="C49A2C"/>
                </a:solidFill>
                <a:latin typeface="Arial"/>
                <a:ea typeface="Arial"/>
                <a:cs typeface="Arial"/>
              </a:rPr>
              <a:t>01</a:t>
            </a:r>
          </a:p>
        </p:txBody>
      </p:sp>
      <p:sp>
        <p:nvSpPr>
          <p:cNvPr id="7" name="矩形 6">
            <a:extLst>
              <a:ext uri="{FF2B5EF4-FFF2-40B4-BE49-F238E27FC236}">
                <a16:creationId xmlns:a16="http://schemas.microsoft.com/office/drawing/2014/main" id="{1E6FE85F-DF8B-424C-A9C7-D31319EF7B9F}"/>
              </a:ext>
            </a:extLst>
          </p:cNvPr>
          <p:cNvSpPr>
            <a:spLocks noGrp="1"/>
          </p:cNvSpPr>
          <p:nvPr/>
        </p:nvSpPr>
        <p:spPr>
          <a:xfrm>
            <a:off x="685800" y="3590925"/>
            <a:ext cx="3048000" cy="552450"/>
          </a:xfrm>
          <a:prstGeom prst="rect">
            <a:avLst/>
          </a:prstGeom>
          <a:noFill/>
          <a:ln w="0">
            <a:noFill/>
            <a:prstDash val="solid"/>
          </a:ln>
        </p:spPr>
        <p:txBody>
          <a:bodyPr wrap="square" lIns="0" tIns="0" rIns="0" bIns="0">
            <a:normAutofit/>
          </a:bodyPr>
          <a:lstStyle>
            <a:defPPr>
              <a:defRPr sz="1875" b="1">
                <a:solidFill>
                  <a:srgbClr val="20242A"/>
                </a:solidFill>
                <a:latin typeface="Arial"/>
                <a:ea typeface="Arial"/>
                <a:cs typeface="Arial"/>
              </a:defRPr>
            </a:defPPr>
            <a:lvl1pPr>
              <a:defRPr sz="1875" b="1">
                <a:solidFill>
                  <a:srgbClr val="20242A"/>
                </a:solidFill>
                <a:latin typeface="Arial"/>
                <a:ea typeface="Arial"/>
                <a:cs typeface="Arial"/>
              </a:defRPr>
            </a:lvl1pPr>
            <a:lvl2pPr>
              <a:defRPr sz="1875" b="1">
                <a:solidFill>
                  <a:srgbClr val="20242A"/>
                </a:solidFill>
                <a:latin typeface="Arial"/>
                <a:ea typeface="Arial"/>
                <a:cs typeface="Arial"/>
              </a:defRPr>
            </a:lvl2pPr>
            <a:lvl3pPr>
              <a:defRPr sz="1875" b="1">
                <a:solidFill>
                  <a:srgbClr val="20242A"/>
                </a:solidFill>
                <a:latin typeface="Arial"/>
                <a:ea typeface="Arial"/>
                <a:cs typeface="Arial"/>
              </a:defRPr>
            </a:lvl3pPr>
            <a:lvl4pPr>
              <a:defRPr sz="1875" b="1">
                <a:solidFill>
                  <a:srgbClr val="20242A"/>
                </a:solidFill>
                <a:latin typeface="Arial"/>
                <a:ea typeface="Arial"/>
                <a:cs typeface="Arial"/>
              </a:defRPr>
            </a:lvl4pPr>
            <a:lvl5pPr>
              <a:defRPr sz="1875" b="1">
                <a:solidFill>
                  <a:srgbClr val="20242A"/>
                </a:solidFill>
                <a:latin typeface="Arial"/>
                <a:ea typeface="Arial"/>
                <a:cs typeface="Arial"/>
              </a:defRPr>
            </a:lvl5pPr>
            <a:lvl6pPr>
              <a:defRPr sz="1875" b="1">
                <a:solidFill>
                  <a:srgbClr val="20242A"/>
                </a:solidFill>
                <a:latin typeface="Arial"/>
                <a:ea typeface="Arial"/>
                <a:cs typeface="Arial"/>
              </a:defRPr>
            </a:lvl6pPr>
            <a:lvl7pPr>
              <a:defRPr sz="1875" b="1">
                <a:solidFill>
                  <a:srgbClr val="20242A"/>
                </a:solidFill>
                <a:latin typeface="Arial"/>
                <a:ea typeface="Arial"/>
                <a:cs typeface="Arial"/>
              </a:defRPr>
            </a:lvl7pPr>
            <a:lvl8pPr>
              <a:defRPr sz="1875" b="1">
                <a:solidFill>
                  <a:srgbClr val="20242A"/>
                </a:solidFill>
                <a:latin typeface="Arial"/>
                <a:ea typeface="Arial"/>
                <a:cs typeface="Arial"/>
              </a:defRPr>
            </a:lvl8pPr>
            <a:lvl9pPr>
              <a:defRPr sz="1875" b="1">
                <a:solidFill>
                  <a:srgbClr val="20242A"/>
                </a:solidFill>
                <a:latin typeface="Arial"/>
                <a:ea typeface="Arial"/>
                <a:cs typeface="Arial"/>
              </a:defRPr>
            </a:lvl9pPr>
          </a:lstStyle>
          <a:p>
            <a:pPr>
              <a:defRPr sz="1875" b="1">
                <a:solidFill>
                  <a:srgbClr val="20242A"/>
                </a:solidFill>
                <a:latin typeface="Arial"/>
                <a:ea typeface="Arial"/>
                <a:cs typeface="Arial"/>
              </a:defRPr>
            </a:pPr>
            <a:r>
              <a:rPr sz="1875" b="1">
                <a:solidFill>
                  <a:srgbClr val="20242A"/>
                </a:solidFill>
                <a:latin typeface="Arial"/>
                <a:ea typeface="Arial"/>
                <a:cs typeface="Arial"/>
              </a:rPr>
              <a:t>Standardized resources</a:t>
            </a:r>
          </a:p>
        </p:txBody>
      </p:sp>
      <p:sp>
        <p:nvSpPr>
          <p:cNvPr id="8" name="矩形 7">
            <a:extLst>
              <a:ext uri="{FF2B5EF4-FFF2-40B4-BE49-F238E27FC236}">
                <a16:creationId xmlns:a16="http://schemas.microsoft.com/office/drawing/2014/main" id="{D9E4C65F-C02C-4F06-B1C1-B246510D0B81}"/>
              </a:ext>
            </a:extLst>
          </p:cNvPr>
          <p:cNvSpPr>
            <a:spLocks noGrp="1"/>
          </p:cNvSpPr>
          <p:nvPr/>
        </p:nvSpPr>
        <p:spPr>
          <a:xfrm>
            <a:off x="685800" y="4333875"/>
            <a:ext cx="2857500" cy="952500"/>
          </a:xfrm>
          <a:prstGeom prst="rect">
            <a:avLst/>
          </a:prstGeom>
          <a:noFill/>
          <a:ln w="0">
            <a:noFill/>
            <a:prstDash val="solid"/>
          </a:ln>
        </p:spPr>
        <p:txBody>
          <a:bodyPr wrap="square" lIns="0" tIns="0" rIns="0" bIns="0">
            <a:normAutofit/>
          </a:bodyPr>
          <a:lstStyle>
            <a:defPPr>
              <a:defRPr sz="1575">
                <a:solidFill>
                  <a:srgbClr val="686E75"/>
                </a:solidFill>
                <a:latin typeface="Arial"/>
                <a:ea typeface="Arial"/>
                <a:cs typeface="Arial"/>
              </a:defRPr>
            </a:defPPr>
            <a:lvl1pPr>
              <a:defRPr sz="1575">
                <a:solidFill>
                  <a:srgbClr val="686E75"/>
                </a:solidFill>
                <a:latin typeface="Arial"/>
                <a:ea typeface="Arial"/>
                <a:cs typeface="Arial"/>
              </a:defRPr>
            </a:lvl1pPr>
            <a:lvl2pPr>
              <a:defRPr sz="1575">
                <a:solidFill>
                  <a:srgbClr val="686E75"/>
                </a:solidFill>
                <a:latin typeface="Arial"/>
                <a:ea typeface="Arial"/>
                <a:cs typeface="Arial"/>
              </a:defRPr>
            </a:lvl2pPr>
            <a:lvl3pPr>
              <a:defRPr sz="1575">
                <a:solidFill>
                  <a:srgbClr val="686E75"/>
                </a:solidFill>
                <a:latin typeface="Arial"/>
                <a:ea typeface="Arial"/>
                <a:cs typeface="Arial"/>
              </a:defRPr>
            </a:lvl3pPr>
            <a:lvl4pPr>
              <a:defRPr sz="1575">
                <a:solidFill>
                  <a:srgbClr val="686E75"/>
                </a:solidFill>
                <a:latin typeface="Arial"/>
                <a:ea typeface="Arial"/>
                <a:cs typeface="Arial"/>
              </a:defRPr>
            </a:lvl4pPr>
            <a:lvl5pPr>
              <a:defRPr sz="1575">
                <a:solidFill>
                  <a:srgbClr val="686E75"/>
                </a:solidFill>
                <a:latin typeface="Arial"/>
                <a:ea typeface="Arial"/>
                <a:cs typeface="Arial"/>
              </a:defRPr>
            </a:lvl5pPr>
            <a:lvl6pPr>
              <a:defRPr sz="1575">
                <a:solidFill>
                  <a:srgbClr val="686E75"/>
                </a:solidFill>
                <a:latin typeface="Arial"/>
                <a:ea typeface="Arial"/>
                <a:cs typeface="Arial"/>
              </a:defRPr>
            </a:lvl6pPr>
            <a:lvl7pPr>
              <a:defRPr sz="1575">
                <a:solidFill>
                  <a:srgbClr val="686E75"/>
                </a:solidFill>
                <a:latin typeface="Arial"/>
                <a:ea typeface="Arial"/>
                <a:cs typeface="Arial"/>
              </a:defRPr>
            </a:lvl7pPr>
            <a:lvl8pPr>
              <a:defRPr sz="1575">
                <a:solidFill>
                  <a:srgbClr val="686E75"/>
                </a:solidFill>
                <a:latin typeface="Arial"/>
                <a:ea typeface="Arial"/>
                <a:cs typeface="Arial"/>
              </a:defRPr>
            </a:lvl8pPr>
            <a:lvl9pPr>
              <a:defRPr sz="1575">
                <a:solidFill>
                  <a:srgbClr val="686E75"/>
                </a:solidFill>
                <a:latin typeface="Arial"/>
                <a:ea typeface="Arial"/>
                <a:cs typeface="Arial"/>
              </a:defRPr>
            </a:lvl9pPr>
          </a:lstStyle>
          <a:p>
            <a:pPr>
              <a:lnSpc>
                <a:spcPct val="112000"/>
              </a:lnSpc>
              <a:buNone/>
              <a:defRPr sz="1575">
                <a:solidFill>
                  <a:srgbClr val="686E75"/>
                </a:solidFill>
                <a:latin typeface="Arial"/>
                <a:ea typeface="Arial"/>
                <a:cs typeface="Arial"/>
              </a:defRPr>
            </a:pPr>
            <a:r>
              <a:rPr sz="1575">
                <a:solidFill>
                  <a:srgbClr val="686E75"/>
                </a:solidFill>
                <a:latin typeface="Arial"/>
                <a:ea typeface="Arial"/>
                <a:cs typeface="Arial"/>
              </a:rPr>
              <a:t>A 102M-word corpus, open evaluation pipeline, and reproducible baselines</a:t>
            </a:r>
          </a:p>
        </p:txBody>
      </p:sp>
      <p:sp>
        <p:nvSpPr>
          <p:cNvPr id="9" name="矩形 8">
            <a:extLst>
              <a:ext uri="{FF2B5EF4-FFF2-40B4-BE49-F238E27FC236}">
                <a16:creationId xmlns:a16="http://schemas.microsoft.com/office/drawing/2014/main" id="{936441DD-8E71-4162-8DB7-9C78367A6503}"/>
              </a:ext>
            </a:extLst>
          </p:cNvPr>
          <p:cNvSpPr>
            <a:spLocks noGrp="1"/>
          </p:cNvSpPr>
          <p:nvPr/>
        </p:nvSpPr>
        <p:spPr>
          <a:xfrm>
            <a:off x="4124325" y="3105150"/>
            <a:ext cx="19050" cy="2266950"/>
          </a:xfrm>
          <a:prstGeom prst="rect">
            <a:avLst/>
          </a:prstGeom>
          <a:solidFill>
            <a:srgbClr val="D9D7D2"/>
          </a:solidFill>
          <a:ln w="0">
            <a:noFill/>
            <a:prstDash val="solid"/>
          </a:ln>
        </p:spPr>
      </p:sp>
      <p:sp>
        <p:nvSpPr>
          <p:cNvPr id="10" name="矩形 9">
            <a:extLst>
              <a:ext uri="{FF2B5EF4-FFF2-40B4-BE49-F238E27FC236}">
                <a16:creationId xmlns:a16="http://schemas.microsoft.com/office/drawing/2014/main" id="{CED452ED-0002-4B49-B20B-218AFEF5D6D7}"/>
              </a:ext>
            </a:extLst>
          </p:cNvPr>
          <p:cNvSpPr>
            <a:spLocks noGrp="1"/>
          </p:cNvSpPr>
          <p:nvPr/>
        </p:nvSpPr>
        <p:spPr>
          <a:xfrm>
            <a:off x="4391025" y="3095625"/>
            <a:ext cx="857250" cy="323850"/>
          </a:xfrm>
          <a:prstGeom prst="rect">
            <a:avLst/>
          </a:prstGeom>
          <a:noFill/>
          <a:ln w="0">
            <a:noFill/>
            <a:prstDash val="solid"/>
          </a:ln>
        </p:spPr>
        <p:txBody>
          <a:bodyPr wrap="square" lIns="0" tIns="0" rIns="0" bIns="0">
            <a:noAutofit/>
          </a:bodyPr>
          <a:lstStyle>
            <a:defPPr>
              <a:defRPr sz="1500" b="1">
                <a:solidFill>
                  <a:srgbClr val="C49A2C"/>
                </a:solidFill>
                <a:latin typeface="Arial"/>
                <a:ea typeface="Arial"/>
                <a:cs typeface="Arial"/>
              </a:defRPr>
            </a:defPPr>
            <a:lvl1pPr>
              <a:defRPr sz="1500" b="1">
                <a:solidFill>
                  <a:srgbClr val="C49A2C"/>
                </a:solidFill>
                <a:latin typeface="Arial"/>
                <a:ea typeface="Arial"/>
                <a:cs typeface="Arial"/>
              </a:defRPr>
            </a:lvl1pPr>
            <a:lvl2pPr>
              <a:defRPr sz="1500" b="1">
                <a:solidFill>
                  <a:srgbClr val="C49A2C"/>
                </a:solidFill>
                <a:latin typeface="Arial"/>
                <a:ea typeface="Arial"/>
                <a:cs typeface="Arial"/>
              </a:defRPr>
            </a:lvl2pPr>
            <a:lvl3pPr>
              <a:defRPr sz="1500" b="1">
                <a:solidFill>
                  <a:srgbClr val="C49A2C"/>
                </a:solidFill>
                <a:latin typeface="Arial"/>
                <a:ea typeface="Arial"/>
                <a:cs typeface="Arial"/>
              </a:defRPr>
            </a:lvl3pPr>
            <a:lvl4pPr>
              <a:defRPr sz="1500" b="1">
                <a:solidFill>
                  <a:srgbClr val="C49A2C"/>
                </a:solidFill>
                <a:latin typeface="Arial"/>
                <a:ea typeface="Arial"/>
                <a:cs typeface="Arial"/>
              </a:defRPr>
            </a:lvl4pPr>
            <a:lvl5pPr>
              <a:defRPr sz="1500" b="1">
                <a:solidFill>
                  <a:srgbClr val="C49A2C"/>
                </a:solidFill>
                <a:latin typeface="Arial"/>
                <a:ea typeface="Arial"/>
                <a:cs typeface="Arial"/>
              </a:defRPr>
            </a:lvl5pPr>
            <a:lvl6pPr>
              <a:defRPr sz="1500" b="1">
                <a:solidFill>
                  <a:srgbClr val="C49A2C"/>
                </a:solidFill>
                <a:latin typeface="Arial"/>
                <a:ea typeface="Arial"/>
                <a:cs typeface="Arial"/>
              </a:defRPr>
            </a:lvl6pPr>
            <a:lvl7pPr>
              <a:defRPr sz="1500" b="1">
                <a:solidFill>
                  <a:srgbClr val="C49A2C"/>
                </a:solidFill>
                <a:latin typeface="Arial"/>
                <a:ea typeface="Arial"/>
                <a:cs typeface="Arial"/>
              </a:defRPr>
            </a:lvl7pPr>
            <a:lvl8pPr>
              <a:defRPr sz="1500" b="1">
                <a:solidFill>
                  <a:srgbClr val="C49A2C"/>
                </a:solidFill>
                <a:latin typeface="Arial"/>
                <a:ea typeface="Arial"/>
                <a:cs typeface="Arial"/>
              </a:defRPr>
            </a:lvl8pPr>
            <a:lvl9pPr>
              <a:defRPr sz="1500" b="1">
                <a:solidFill>
                  <a:srgbClr val="C49A2C"/>
                </a:solidFill>
                <a:latin typeface="Arial"/>
                <a:ea typeface="Arial"/>
                <a:cs typeface="Arial"/>
              </a:defRPr>
            </a:lvl9pPr>
          </a:lstStyle>
          <a:p>
            <a:pPr>
              <a:defRPr sz="1500" b="1">
                <a:solidFill>
                  <a:srgbClr val="C49A2C"/>
                </a:solidFill>
                <a:latin typeface="Arial"/>
                <a:ea typeface="Arial"/>
                <a:cs typeface="Arial"/>
              </a:defRPr>
            </a:pPr>
            <a:r>
              <a:rPr sz="1500" b="1">
                <a:solidFill>
                  <a:srgbClr val="C49A2C"/>
                </a:solidFill>
                <a:latin typeface="Arial"/>
                <a:ea typeface="Arial"/>
                <a:cs typeface="Arial"/>
              </a:rPr>
              <a:t>02</a:t>
            </a:r>
          </a:p>
        </p:txBody>
      </p:sp>
      <p:sp>
        <p:nvSpPr>
          <p:cNvPr id="11" name="矩形 10">
            <a:extLst>
              <a:ext uri="{FF2B5EF4-FFF2-40B4-BE49-F238E27FC236}">
                <a16:creationId xmlns:a16="http://schemas.microsoft.com/office/drawing/2014/main" id="{7F9CABA2-026B-4F1F-B588-BE813D40DD05}"/>
              </a:ext>
            </a:extLst>
          </p:cNvPr>
          <p:cNvSpPr>
            <a:spLocks noGrp="1"/>
          </p:cNvSpPr>
          <p:nvPr/>
        </p:nvSpPr>
        <p:spPr>
          <a:xfrm>
            <a:off x="4391025" y="3590925"/>
            <a:ext cx="3048000" cy="552450"/>
          </a:xfrm>
          <a:prstGeom prst="rect">
            <a:avLst/>
          </a:prstGeom>
          <a:noFill/>
          <a:ln w="0">
            <a:noFill/>
            <a:prstDash val="solid"/>
          </a:ln>
        </p:spPr>
        <p:txBody>
          <a:bodyPr wrap="square" lIns="0" tIns="0" rIns="0" bIns="0">
            <a:normAutofit fontScale="97146"/>
          </a:bodyPr>
          <a:lstStyle>
            <a:defPPr>
              <a:defRPr sz="1875" b="1">
                <a:solidFill>
                  <a:srgbClr val="20242A"/>
                </a:solidFill>
                <a:latin typeface="Arial"/>
                <a:ea typeface="Arial"/>
                <a:cs typeface="Arial"/>
              </a:defRPr>
            </a:defPPr>
            <a:lvl1pPr>
              <a:defRPr sz="1875" b="1">
                <a:solidFill>
                  <a:srgbClr val="20242A"/>
                </a:solidFill>
                <a:latin typeface="Arial"/>
                <a:ea typeface="Arial"/>
                <a:cs typeface="Arial"/>
              </a:defRPr>
            </a:lvl1pPr>
            <a:lvl2pPr>
              <a:defRPr sz="1875" b="1">
                <a:solidFill>
                  <a:srgbClr val="20242A"/>
                </a:solidFill>
                <a:latin typeface="Arial"/>
                <a:ea typeface="Arial"/>
                <a:cs typeface="Arial"/>
              </a:defRPr>
            </a:lvl2pPr>
            <a:lvl3pPr>
              <a:defRPr sz="1875" b="1">
                <a:solidFill>
                  <a:srgbClr val="20242A"/>
                </a:solidFill>
                <a:latin typeface="Arial"/>
                <a:ea typeface="Arial"/>
                <a:cs typeface="Arial"/>
              </a:defRPr>
            </a:lvl3pPr>
            <a:lvl4pPr>
              <a:defRPr sz="1875" b="1">
                <a:solidFill>
                  <a:srgbClr val="20242A"/>
                </a:solidFill>
                <a:latin typeface="Arial"/>
                <a:ea typeface="Arial"/>
                <a:cs typeface="Arial"/>
              </a:defRPr>
            </a:lvl4pPr>
            <a:lvl5pPr>
              <a:defRPr sz="1875" b="1">
                <a:solidFill>
                  <a:srgbClr val="20242A"/>
                </a:solidFill>
                <a:latin typeface="Arial"/>
                <a:ea typeface="Arial"/>
                <a:cs typeface="Arial"/>
              </a:defRPr>
            </a:lvl5pPr>
            <a:lvl6pPr>
              <a:defRPr sz="1875" b="1">
                <a:solidFill>
                  <a:srgbClr val="20242A"/>
                </a:solidFill>
                <a:latin typeface="Arial"/>
                <a:ea typeface="Arial"/>
                <a:cs typeface="Arial"/>
              </a:defRPr>
            </a:lvl6pPr>
            <a:lvl7pPr>
              <a:defRPr sz="1875" b="1">
                <a:solidFill>
                  <a:srgbClr val="20242A"/>
                </a:solidFill>
                <a:latin typeface="Arial"/>
                <a:ea typeface="Arial"/>
                <a:cs typeface="Arial"/>
              </a:defRPr>
            </a:lvl7pPr>
            <a:lvl8pPr>
              <a:defRPr sz="1875" b="1">
                <a:solidFill>
                  <a:srgbClr val="20242A"/>
                </a:solidFill>
                <a:latin typeface="Arial"/>
                <a:ea typeface="Arial"/>
                <a:cs typeface="Arial"/>
              </a:defRPr>
            </a:lvl8pPr>
            <a:lvl9pPr>
              <a:defRPr sz="1875" b="1">
                <a:solidFill>
                  <a:srgbClr val="20242A"/>
                </a:solidFill>
                <a:latin typeface="Arial"/>
                <a:ea typeface="Arial"/>
                <a:cs typeface="Arial"/>
              </a:defRPr>
            </a:lvl9pPr>
          </a:lstStyle>
          <a:p>
            <a:pPr>
              <a:defRPr sz="1875" b="1">
                <a:solidFill>
                  <a:srgbClr val="20242A"/>
                </a:solidFill>
                <a:latin typeface="Arial"/>
                <a:ea typeface="Arial"/>
                <a:cs typeface="Arial"/>
              </a:defRPr>
            </a:pPr>
            <a:r>
              <a:rPr sz="1875" b="1">
                <a:solidFill>
                  <a:srgbClr val="20242A"/>
                </a:solidFill>
                <a:latin typeface="Arial"/>
                <a:ea typeface="Arial"/>
                <a:cs typeface="Arial"/>
              </a:rPr>
              <a:t>Chinese-specific evaluation</a:t>
            </a:r>
          </a:p>
        </p:txBody>
      </p:sp>
      <p:sp>
        <p:nvSpPr>
          <p:cNvPr id="12" name="矩形 11">
            <a:extLst>
              <a:ext uri="{FF2B5EF4-FFF2-40B4-BE49-F238E27FC236}">
                <a16:creationId xmlns:a16="http://schemas.microsoft.com/office/drawing/2014/main" id="{7A7C5330-023F-490E-BB55-42EDEBA4C983}"/>
              </a:ext>
            </a:extLst>
          </p:cNvPr>
          <p:cNvSpPr>
            <a:spLocks noGrp="1"/>
          </p:cNvSpPr>
          <p:nvPr/>
        </p:nvSpPr>
        <p:spPr>
          <a:xfrm>
            <a:off x="4391025" y="4333875"/>
            <a:ext cx="2857500" cy="952500"/>
          </a:xfrm>
          <a:prstGeom prst="rect">
            <a:avLst/>
          </a:prstGeom>
          <a:noFill/>
          <a:ln w="0">
            <a:noFill/>
            <a:prstDash val="solid"/>
          </a:ln>
        </p:spPr>
        <p:txBody>
          <a:bodyPr wrap="square" lIns="0" tIns="0" rIns="0" bIns="0">
            <a:normAutofit/>
          </a:bodyPr>
          <a:lstStyle>
            <a:defPPr>
              <a:defRPr sz="1575">
                <a:solidFill>
                  <a:srgbClr val="686E75"/>
                </a:solidFill>
                <a:latin typeface="Arial"/>
                <a:ea typeface="Arial"/>
                <a:cs typeface="Arial"/>
              </a:defRPr>
            </a:defPPr>
            <a:lvl1pPr>
              <a:defRPr sz="1575">
                <a:solidFill>
                  <a:srgbClr val="686E75"/>
                </a:solidFill>
                <a:latin typeface="Arial"/>
                <a:ea typeface="Arial"/>
                <a:cs typeface="Arial"/>
              </a:defRPr>
            </a:lvl1pPr>
            <a:lvl2pPr>
              <a:defRPr sz="1575">
                <a:solidFill>
                  <a:srgbClr val="686E75"/>
                </a:solidFill>
                <a:latin typeface="Arial"/>
                <a:ea typeface="Arial"/>
                <a:cs typeface="Arial"/>
              </a:defRPr>
            </a:lvl2pPr>
            <a:lvl3pPr>
              <a:defRPr sz="1575">
                <a:solidFill>
                  <a:srgbClr val="686E75"/>
                </a:solidFill>
                <a:latin typeface="Arial"/>
                <a:ea typeface="Arial"/>
                <a:cs typeface="Arial"/>
              </a:defRPr>
            </a:lvl3pPr>
            <a:lvl4pPr>
              <a:defRPr sz="1575">
                <a:solidFill>
                  <a:srgbClr val="686E75"/>
                </a:solidFill>
                <a:latin typeface="Arial"/>
                <a:ea typeface="Arial"/>
                <a:cs typeface="Arial"/>
              </a:defRPr>
            </a:lvl4pPr>
            <a:lvl5pPr>
              <a:defRPr sz="1575">
                <a:solidFill>
                  <a:srgbClr val="686E75"/>
                </a:solidFill>
                <a:latin typeface="Arial"/>
                <a:ea typeface="Arial"/>
                <a:cs typeface="Arial"/>
              </a:defRPr>
            </a:lvl5pPr>
            <a:lvl6pPr>
              <a:defRPr sz="1575">
                <a:solidFill>
                  <a:srgbClr val="686E75"/>
                </a:solidFill>
                <a:latin typeface="Arial"/>
                <a:ea typeface="Arial"/>
                <a:cs typeface="Arial"/>
              </a:defRPr>
            </a:lvl6pPr>
            <a:lvl7pPr>
              <a:defRPr sz="1575">
                <a:solidFill>
                  <a:srgbClr val="686E75"/>
                </a:solidFill>
                <a:latin typeface="Arial"/>
                <a:ea typeface="Arial"/>
                <a:cs typeface="Arial"/>
              </a:defRPr>
            </a:lvl7pPr>
            <a:lvl8pPr>
              <a:defRPr sz="1575">
                <a:solidFill>
                  <a:srgbClr val="686E75"/>
                </a:solidFill>
                <a:latin typeface="Arial"/>
                <a:ea typeface="Arial"/>
                <a:cs typeface="Arial"/>
              </a:defRPr>
            </a:lvl8pPr>
            <a:lvl9pPr>
              <a:defRPr sz="1575">
                <a:solidFill>
                  <a:srgbClr val="686E75"/>
                </a:solidFill>
                <a:latin typeface="Arial"/>
                <a:ea typeface="Arial"/>
                <a:cs typeface="Arial"/>
              </a:defRPr>
            </a:lvl9pPr>
          </a:lstStyle>
          <a:p>
            <a:pPr>
              <a:lnSpc>
                <a:spcPct val="112000"/>
              </a:lnSpc>
              <a:buNone/>
              <a:defRPr sz="1575">
                <a:solidFill>
                  <a:srgbClr val="686E75"/>
                </a:solidFill>
                <a:latin typeface="Arial"/>
                <a:ea typeface="Arial"/>
                <a:cs typeface="Arial"/>
              </a:defRPr>
            </a:pPr>
            <a:r>
              <a:rPr sz="1575">
                <a:solidFill>
                  <a:srgbClr val="686E75"/>
                </a:solidFill>
                <a:latin typeface="Arial"/>
                <a:ea typeface="Arial"/>
                <a:cs typeface="Arial"/>
              </a:rPr>
              <a:t>Fourteen tasks spanning NLU, Hanzi knowledge, and cognitive alignment</a:t>
            </a:r>
          </a:p>
        </p:txBody>
      </p:sp>
      <p:sp>
        <p:nvSpPr>
          <p:cNvPr id="13" name="矩形 12">
            <a:extLst>
              <a:ext uri="{FF2B5EF4-FFF2-40B4-BE49-F238E27FC236}">
                <a16:creationId xmlns:a16="http://schemas.microsoft.com/office/drawing/2014/main" id="{D31B70F7-F47F-49C6-B91B-006A35E0EB38}"/>
              </a:ext>
            </a:extLst>
          </p:cNvPr>
          <p:cNvSpPr>
            <a:spLocks noGrp="1"/>
          </p:cNvSpPr>
          <p:nvPr/>
        </p:nvSpPr>
        <p:spPr>
          <a:xfrm>
            <a:off x="7829550" y="3105150"/>
            <a:ext cx="19050" cy="2266950"/>
          </a:xfrm>
          <a:prstGeom prst="rect">
            <a:avLst/>
          </a:prstGeom>
          <a:solidFill>
            <a:srgbClr val="D9D7D2"/>
          </a:solidFill>
          <a:ln w="0">
            <a:noFill/>
            <a:prstDash val="solid"/>
          </a:ln>
        </p:spPr>
      </p:sp>
      <p:sp>
        <p:nvSpPr>
          <p:cNvPr id="14" name="矩形 13">
            <a:extLst>
              <a:ext uri="{FF2B5EF4-FFF2-40B4-BE49-F238E27FC236}">
                <a16:creationId xmlns:a16="http://schemas.microsoft.com/office/drawing/2014/main" id="{18C5E6AA-5E70-41C8-A2CD-D705A9A3CAE8}"/>
              </a:ext>
            </a:extLst>
          </p:cNvPr>
          <p:cNvSpPr>
            <a:spLocks noGrp="1"/>
          </p:cNvSpPr>
          <p:nvPr/>
        </p:nvSpPr>
        <p:spPr>
          <a:xfrm>
            <a:off x="8096250" y="3095625"/>
            <a:ext cx="857250" cy="323850"/>
          </a:xfrm>
          <a:prstGeom prst="rect">
            <a:avLst/>
          </a:prstGeom>
          <a:noFill/>
          <a:ln w="0">
            <a:noFill/>
            <a:prstDash val="solid"/>
          </a:ln>
        </p:spPr>
        <p:txBody>
          <a:bodyPr wrap="square" lIns="0" tIns="0" rIns="0" bIns="0">
            <a:noAutofit/>
          </a:bodyPr>
          <a:lstStyle>
            <a:defPPr>
              <a:defRPr sz="1500" b="1">
                <a:solidFill>
                  <a:srgbClr val="C49A2C"/>
                </a:solidFill>
                <a:latin typeface="Arial"/>
                <a:ea typeface="Arial"/>
                <a:cs typeface="Arial"/>
              </a:defRPr>
            </a:defPPr>
            <a:lvl1pPr>
              <a:defRPr sz="1500" b="1">
                <a:solidFill>
                  <a:srgbClr val="C49A2C"/>
                </a:solidFill>
                <a:latin typeface="Arial"/>
                <a:ea typeface="Arial"/>
                <a:cs typeface="Arial"/>
              </a:defRPr>
            </a:lvl1pPr>
            <a:lvl2pPr>
              <a:defRPr sz="1500" b="1">
                <a:solidFill>
                  <a:srgbClr val="C49A2C"/>
                </a:solidFill>
                <a:latin typeface="Arial"/>
                <a:ea typeface="Arial"/>
                <a:cs typeface="Arial"/>
              </a:defRPr>
            </a:lvl2pPr>
            <a:lvl3pPr>
              <a:defRPr sz="1500" b="1">
                <a:solidFill>
                  <a:srgbClr val="C49A2C"/>
                </a:solidFill>
                <a:latin typeface="Arial"/>
                <a:ea typeface="Arial"/>
                <a:cs typeface="Arial"/>
              </a:defRPr>
            </a:lvl3pPr>
            <a:lvl4pPr>
              <a:defRPr sz="1500" b="1">
                <a:solidFill>
                  <a:srgbClr val="C49A2C"/>
                </a:solidFill>
                <a:latin typeface="Arial"/>
                <a:ea typeface="Arial"/>
                <a:cs typeface="Arial"/>
              </a:defRPr>
            </a:lvl4pPr>
            <a:lvl5pPr>
              <a:defRPr sz="1500" b="1">
                <a:solidFill>
                  <a:srgbClr val="C49A2C"/>
                </a:solidFill>
                <a:latin typeface="Arial"/>
                <a:ea typeface="Arial"/>
                <a:cs typeface="Arial"/>
              </a:defRPr>
            </a:lvl5pPr>
            <a:lvl6pPr>
              <a:defRPr sz="1500" b="1">
                <a:solidFill>
                  <a:srgbClr val="C49A2C"/>
                </a:solidFill>
                <a:latin typeface="Arial"/>
                <a:ea typeface="Arial"/>
                <a:cs typeface="Arial"/>
              </a:defRPr>
            </a:lvl6pPr>
            <a:lvl7pPr>
              <a:defRPr sz="1500" b="1">
                <a:solidFill>
                  <a:srgbClr val="C49A2C"/>
                </a:solidFill>
                <a:latin typeface="Arial"/>
                <a:ea typeface="Arial"/>
                <a:cs typeface="Arial"/>
              </a:defRPr>
            </a:lvl7pPr>
            <a:lvl8pPr>
              <a:defRPr sz="1500" b="1">
                <a:solidFill>
                  <a:srgbClr val="C49A2C"/>
                </a:solidFill>
                <a:latin typeface="Arial"/>
                <a:ea typeface="Arial"/>
                <a:cs typeface="Arial"/>
              </a:defRPr>
            </a:lvl8pPr>
            <a:lvl9pPr>
              <a:defRPr sz="1500" b="1">
                <a:solidFill>
                  <a:srgbClr val="C49A2C"/>
                </a:solidFill>
                <a:latin typeface="Arial"/>
                <a:ea typeface="Arial"/>
                <a:cs typeface="Arial"/>
              </a:defRPr>
            </a:lvl9pPr>
          </a:lstStyle>
          <a:p>
            <a:pPr>
              <a:defRPr sz="1500" b="1">
                <a:solidFill>
                  <a:srgbClr val="C49A2C"/>
                </a:solidFill>
                <a:latin typeface="Arial"/>
                <a:ea typeface="Arial"/>
                <a:cs typeface="Arial"/>
              </a:defRPr>
            </a:pPr>
            <a:r>
              <a:rPr sz="1500" b="1">
                <a:solidFill>
                  <a:srgbClr val="C49A2C"/>
                </a:solidFill>
                <a:latin typeface="Arial"/>
                <a:ea typeface="Arial"/>
                <a:cs typeface="Arial"/>
              </a:rPr>
              <a:t>03</a:t>
            </a:r>
          </a:p>
        </p:txBody>
      </p:sp>
      <p:sp>
        <p:nvSpPr>
          <p:cNvPr id="15" name="矩形 14">
            <a:extLst>
              <a:ext uri="{FF2B5EF4-FFF2-40B4-BE49-F238E27FC236}">
                <a16:creationId xmlns:a16="http://schemas.microsoft.com/office/drawing/2014/main" id="{EBFB2F54-AAE4-4531-9A51-4D7B84E7BFEC}"/>
              </a:ext>
            </a:extLst>
          </p:cNvPr>
          <p:cNvSpPr>
            <a:spLocks noGrp="1"/>
          </p:cNvSpPr>
          <p:nvPr/>
        </p:nvSpPr>
        <p:spPr>
          <a:xfrm>
            <a:off x="8096250" y="3590925"/>
            <a:ext cx="3048000" cy="552450"/>
          </a:xfrm>
          <a:prstGeom prst="rect">
            <a:avLst/>
          </a:prstGeom>
          <a:noFill/>
          <a:ln w="0">
            <a:noFill/>
            <a:prstDash val="solid"/>
          </a:ln>
        </p:spPr>
        <p:txBody>
          <a:bodyPr wrap="square" lIns="0" tIns="0" rIns="0" bIns="0">
            <a:normAutofit/>
          </a:bodyPr>
          <a:lstStyle>
            <a:defPPr>
              <a:defRPr sz="1875" b="1">
                <a:solidFill>
                  <a:srgbClr val="20242A"/>
                </a:solidFill>
                <a:latin typeface="Arial"/>
                <a:ea typeface="Arial"/>
                <a:cs typeface="Arial"/>
              </a:defRPr>
            </a:defPPr>
            <a:lvl1pPr>
              <a:defRPr sz="1875" b="1">
                <a:solidFill>
                  <a:srgbClr val="20242A"/>
                </a:solidFill>
                <a:latin typeface="Arial"/>
                <a:ea typeface="Arial"/>
                <a:cs typeface="Arial"/>
              </a:defRPr>
            </a:lvl1pPr>
            <a:lvl2pPr>
              <a:defRPr sz="1875" b="1">
                <a:solidFill>
                  <a:srgbClr val="20242A"/>
                </a:solidFill>
                <a:latin typeface="Arial"/>
                <a:ea typeface="Arial"/>
                <a:cs typeface="Arial"/>
              </a:defRPr>
            </a:lvl2pPr>
            <a:lvl3pPr>
              <a:defRPr sz="1875" b="1">
                <a:solidFill>
                  <a:srgbClr val="20242A"/>
                </a:solidFill>
                <a:latin typeface="Arial"/>
                <a:ea typeface="Arial"/>
                <a:cs typeface="Arial"/>
              </a:defRPr>
            </a:lvl3pPr>
            <a:lvl4pPr>
              <a:defRPr sz="1875" b="1">
                <a:solidFill>
                  <a:srgbClr val="20242A"/>
                </a:solidFill>
                <a:latin typeface="Arial"/>
                <a:ea typeface="Arial"/>
                <a:cs typeface="Arial"/>
              </a:defRPr>
            </a:lvl4pPr>
            <a:lvl5pPr>
              <a:defRPr sz="1875" b="1">
                <a:solidFill>
                  <a:srgbClr val="20242A"/>
                </a:solidFill>
                <a:latin typeface="Arial"/>
                <a:ea typeface="Arial"/>
                <a:cs typeface="Arial"/>
              </a:defRPr>
            </a:lvl5pPr>
            <a:lvl6pPr>
              <a:defRPr sz="1875" b="1">
                <a:solidFill>
                  <a:srgbClr val="20242A"/>
                </a:solidFill>
                <a:latin typeface="Arial"/>
                <a:ea typeface="Arial"/>
                <a:cs typeface="Arial"/>
              </a:defRPr>
            </a:lvl6pPr>
            <a:lvl7pPr>
              <a:defRPr sz="1875" b="1">
                <a:solidFill>
                  <a:srgbClr val="20242A"/>
                </a:solidFill>
                <a:latin typeface="Arial"/>
                <a:ea typeface="Arial"/>
                <a:cs typeface="Arial"/>
              </a:defRPr>
            </a:lvl7pPr>
            <a:lvl8pPr>
              <a:defRPr sz="1875" b="1">
                <a:solidFill>
                  <a:srgbClr val="20242A"/>
                </a:solidFill>
                <a:latin typeface="Arial"/>
                <a:ea typeface="Arial"/>
                <a:cs typeface="Arial"/>
              </a:defRPr>
            </a:lvl8pPr>
            <a:lvl9pPr>
              <a:defRPr sz="1875" b="1">
                <a:solidFill>
                  <a:srgbClr val="20242A"/>
                </a:solidFill>
                <a:latin typeface="Arial"/>
                <a:ea typeface="Arial"/>
                <a:cs typeface="Arial"/>
              </a:defRPr>
            </a:lvl9pPr>
          </a:lstStyle>
          <a:p>
            <a:pPr>
              <a:defRPr sz="1875" b="1">
                <a:solidFill>
                  <a:srgbClr val="20242A"/>
                </a:solidFill>
                <a:latin typeface="Arial"/>
                <a:ea typeface="Arial"/>
                <a:cs typeface="Arial"/>
              </a:defRPr>
            </a:pPr>
            <a:r>
              <a:rPr sz="1875" b="1">
                <a:solidFill>
                  <a:srgbClr val="20242A"/>
                </a:solidFill>
                <a:latin typeface="Arial"/>
                <a:ea typeface="Arial"/>
                <a:cs typeface="Arial"/>
              </a:rPr>
              <a:t>Shared-task evidence</a:t>
            </a:r>
          </a:p>
        </p:txBody>
      </p:sp>
      <p:sp>
        <p:nvSpPr>
          <p:cNvPr id="16" name="矩形 15">
            <a:extLst>
              <a:ext uri="{FF2B5EF4-FFF2-40B4-BE49-F238E27FC236}">
                <a16:creationId xmlns:a16="http://schemas.microsoft.com/office/drawing/2014/main" id="{C6387CF9-62FE-4B30-A73A-193E3333EBC6}"/>
              </a:ext>
            </a:extLst>
          </p:cNvPr>
          <p:cNvSpPr>
            <a:spLocks noGrp="1"/>
          </p:cNvSpPr>
          <p:nvPr/>
        </p:nvSpPr>
        <p:spPr>
          <a:xfrm>
            <a:off x="8096250" y="4333875"/>
            <a:ext cx="2857500" cy="952500"/>
          </a:xfrm>
          <a:prstGeom prst="rect">
            <a:avLst/>
          </a:prstGeom>
          <a:noFill/>
          <a:ln w="0">
            <a:noFill/>
            <a:prstDash val="solid"/>
          </a:ln>
        </p:spPr>
        <p:txBody>
          <a:bodyPr wrap="square" lIns="0" tIns="0" rIns="0" bIns="0">
            <a:normAutofit/>
          </a:bodyPr>
          <a:lstStyle>
            <a:defPPr>
              <a:defRPr sz="1575">
                <a:solidFill>
                  <a:srgbClr val="686E75"/>
                </a:solidFill>
                <a:latin typeface="Arial"/>
                <a:ea typeface="Arial"/>
                <a:cs typeface="Arial"/>
              </a:defRPr>
            </a:defPPr>
            <a:lvl1pPr>
              <a:defRPr sz="1575">
                <a:solidFill>
                  <a:srgbClr val="686E75"/>
                </a:solidFill>
                <a:latin typeface="Arial"/>
                <a:ea typeface="Arial"/>
                <a:cs typeface="Arial"/>
              </a:defRPr>
            </a:lvl1pPr>
            <a:lvl2pPr>
              <a:defRPr sz="1575">
                <a:solidFill>
                  <a:srgbClr val="686E75"/>
                </a:solidFill>
                <a:latin typeface="Arial"/>
                <a:ea typeface="Arial"/>
                <a:cs typeface="Arial"/>
              </a:defRPr>
            </a:lvl2pPr>
            <a:lvl3pPr>
              <a:defRPr sz="1575">
                <a:solidFill>
                  <a:srgbClr val="686E75"/>
                </a:solidFill>
                <a:latin typeface="Arial"/>
                <a:ea typeface="Arial"/>
                <a:cs typeface="Arial"/>
              </a:defRPr>
            </a:lvl3pPr>
            <a:lvl4pPr>
              <a:defRPr sz="1575">
                <a:solidFill>
                  <a:srgbClr val="686E75"/>
                </a:solidFill>
                <a:latin typeface="Arial"/>
                <a:ea typeface="Arial"/>
                <a:cs typeface="Arial"/>
              </a:defRPr>
            </a:lvl4pPr>
            <a:lvl5pPr>
              <a:defRPr sz="1575">
                <a:solidFill>
                  <a:srgbClr val="686E75"/>
                </a:solidFill>
                <a:latin typeface="Arial"/>
                <a:ea typeface="Arial"/>
                <a:cs typeface="Arial"/>
              </a:defRPr>
            </a:lvl5pPr>
            <a:lvl6pPr>
              <a:defRPr sz="1575">
                <a:solidFill>
                  <a:srgbClr val="686E75"/>
                </a:solidFill>
                <a:latin typeface="Arial"/>
                <a:ea typeface="Arial"/>
                <a:cs typeface="Arial"/>
              </a:defRPr>
            </a:lvl6pPr>
            <a:lvl7pPr>
              <a:defRPr sz="1575">
                <a:solidFill>
                  <a:srgbClr val="686E75"/>
                </a:solidFill>
                <a:latin typeface="Arial"/>
                <a:ea typeface="Arial"/>
                <a:cs typeface="Arial"/>
              </a:defRPr>
            </a:lvl7pPr>
            <a:lvl8pPr>
              <a:defRPr sz="1575">
                <a:solidFill>
                  <a:srgbClr val="686E75"/>
                </a:solidFill>
                <a:latin typeface="Arial"/>
                <a:ea typeface="Arial"/>
                <a:cs typeface="Arial"/>
              </a:defRPr>
            </a:lvl8pPr>
            <a:lvl9pPr>
              <a:defRPr sz="1575">
                <a:solidFill>
                  <a:srgbClr val="686E75"/>
                </a:solidFill>
                <a:latin typeface="Arial"/>
                <a:ea typeface="Arial"/>
                <a:cs typeface="Arial"/>
              </a:defRPr>
            </a:lvl9pPr>
          </a:lstStyle>
          <a:p>
            <a:pPr>
              <a:lnSpc>
                <a:spcPct val="112000"/>
              </a:lnSpc>
              <a:buNone/>
              <a:defRPr sz="1575">
                <a:solidFill>
                  <a:srgbClr val="686E75"/>
                </a:solidFill>
                <a:latin typeface="Arial"/>
                <a:ea typeface="Arial"/>
                <a:cs typeface="Arial"/>
              </a:defRPr>
            </a:pPr>
            <a:r>
              <a:rPr sz="1575">
                <a:solidFill>
                  <a:srgbClr val="686E75"/>
                </a:solidFill>
                <a:latin typeface="Arial"/>
                <a:ea typeface="Arial"/>
                <a:cs typeface="Arial"/>
              </a:rPr>
              <a:t>Twenty-eight submitted models from eighteen teams</a:t>
            </a:r>
          </a:p>
        </p:txBody>
      </p:sp>
      <p:sp>
        <p:nvSpPr>
          <p:cNvPr id="17" name="矩形 16">
            <a:extLst>
              <a:ext uri="{FF2B5EF4-FFF2-40B4-BE49-F238E27FC236}">
                <a16:creationId xmlns:a16="http://schemas.microsoft.com/office/drawing/2014/main" id="{9A9D4DEB-6B89-49B8-B988-4B903C49ABA5}"/>
              </a:ext>
            </a:extLst>
          </p:cNvPr>
          <p:cNvSpPr>
            <a:spLocks noGrp="1"/>
          </p:cNvSpPr>
          <p:nvPr/>
        </p:nvSpPr>
        <p:spPr>
          <a:xfrm>
            <a:off x="685800" y="5724525"/>
            <a:ext cx="10820400" cy="361950"/>
          </a:xfrm>
          <a:prstGeom prst="rect">
            <a:avLst/>
          </a:prstGeom>
          <a:noFill/>
          <a:ln w="0">
            <a:noFill/>
            <a:prstDash val="solid"/>
          </a:ln>
        </p:spPr>
        <p:txBody>
          <a:bodyPr wrap="square" lIns="0" tIns="0" rIns="0" bIns="0">
            <a:normAutofit/>
          </a:bodyPr>
          <a:lstStyle>
            <a:defPPr algn="ctr">
              <a:defRPr sz="1425" i="1">
                <a:solidFill>
                  <a:srgbClr val="233342"/>
                </a:solidFill>
                <a:latin typeface="Arial"/>
                <a:ea typeface="Arial"/>
                <a:cs typeface="Arial"/>
              </a:defRPr>
            </a:defPPr>
            <a:lvl1pPr algn="ctr">
              <a:defRPr sz="1425" i="1">
                <a:solidFill>
                  <a:srgbClr val="233342"/>
                </a:solidFill>
                <a:latin typeface="Arial"/>
                <a:ea typeface="Arial"/>
                <a:cs typeface="Arial"/>
              </a:defRPr>
            </a:lvl1pPr>
            <a:lvl2pPr algn="ctr">
              <a:defRPr sz="1425" i="1">
                <a:solidFill>
                  <a:srgbClr val="233342"/>
                </a:solidFill>
                <a:latin typeface="Arial"/>
                <a:ea typeface="Arial"/>
                <a:cs typeface="Arial"/>
              </a:defRPr>
            </a:lvl2pPr>
            <a:lvl3pPr algn="ctr">
              <a:defRPr sz="1425" i="1">
                <a:solidFill>
                  <a:srgbClr val="233342"/>
                </a:solidFill>
                <a:latin typeface="Arial"/>
                <a:ea typeface="Arial"/>
                <a:cs typeface="Arial"/>
              </a:defRPr>
            </a:lvl3pPr>
            <a:lvl4pPr algn="ctr">
              <a:defRPr sz="1425" i="1">
                <a:solidFill>
                  <a:srgbClr val="233342"/>
                </a:solidFill>
                <a:latin typeface="Arial"/>
                <a:ea typeface="Arial"/>
                <a:cs typeface="Arial"/>
              </a:defRPr>
            </a:lvl4pPr>
            <a:lvl5pPr algn="ctr">
              <a:defRPr sz="1425" i="1">
                <a:solidFill>
                  <a:srgbClr val="233342"/>
                </a:solidFill>
                <a:latin typeface="Arial"/>
                <a:ea typeface="Arial"/>
                <a:cs typeface="Arial"/>
              </a:defRPr>
            </a:lvl5pPr>
            <a:lvl6pPr algn="ctr">
              <a:defRPr sz="1425" i="1">
                <a:solidFill>
                  <a:srgbClr val="233342"/>
                </a:solidFill>
                <a:latin typeface="Arial"/>
                <a:ea typeface="Arial"/>
                <a:cs typeface="Arial"/>
              </a:defRPr>
            </a:lvl6pPr>
            <a:lvl7pPr algn="ctr">
              <a:defRPr sz="1425" i="1">
                <a:solidFill>
                  <a:srgbClr val="233342"/>
                </a:solidFill>
                <a:latin typeface="Arial"/>
                <a:ea typeface="Arial"/>
                <a:cs typeface="Arial"/>
              </a:defRPr>
            </a:lvl7pPr>
            <a:lvl8pPr algn="ctr">
              <a:defRPr sz="1425" i="1">
                <a:solidFill>
                  <a:srgbClr val="233342"/>
                </a:solidFill>
                <a:latin typeface="Arial"/>
                <a:ea typeface="Arial"/>
                <a:cs typeface="Arial"/>
              </a:defRPr>
            </a:lvl8pPr>
            <a:lvl9pPr algn="ctr">
              <a:defRPr sz="1425" i="1">
                <a:solidFill>
                  <a:srgbClr val="233342"/>
                </a:solidFill>
                <a:latin typeface="Arial"/>
                <a:ea typeface="Arial"/>
                <a:cs typeface="Arial"/>
              </a:defRPr>
            </a:lvl9pPr>
          </a:lstStyle>
          <a:p>
            <a:pPr algn="ctr">
              <a:defRPr sz="1425" i="1">
                <a:solidFill>
                  <a:srgbClr val="233342"/>
                </a:solidFill>
                <a:latin typeface="Arial"/>
                <a:ea typeface="Arial"/>
                <a:cs typeface="Arial"/>
              </a:defRPr>
            </a:pPr>
            <a:r>
              <a:rPr sz="1425" i="1">
                <a:solidFill>
                  <a:srgbClr val="233342"/>
                </a:solidFill>
                <a:latin typeface="Arial"/>
                <a:ea typeface="Arial"/>
                <a:cs typeface="Arial"/>
              </a:rPr>
              <a:t>The comparison centers on data, representation, and learning objective rather than access to massive corpora.</a:t>
            </a:r>
          </a:p>
        </p:txBody>
      </p:sp>
      <p:sp>
        <p:nvSpPr>
          <p:cNvPr id="18" name="slide-2-footer-label">
            <a:extLst>
              <a:ext uri="{FF2B5EF4-FFF2-40B4-BE49-F238E27FC236}">
                <a16:creationId xmlns:a16="http://schemas.microsoft.com/office/drawing/2014/main" id="{17649B93-E0F3-4E56-90EE-586E00D61B60}"/>
              </a:ext>
            </a:extLst>
          </p:cNvPr>
          <p:cNvSpPr>
            <a:spLocks noGrp="1"/>
          </p:cNvSpPr>
          <p:nvPr/>
        </p:nvSpPr>
        <p:spPr>
          <a:xfrm>
            <a:off x="685800" y="6486525"/>
            <a:ext cx="3048000" cy="171450"/>
          </a:xfrm>
          <a:prstGeom prst="rect">
            <a:avLst/>
          </a:prstGeom>
          <a:noFill/>
          <a:ln w="0">
            <a:noFill/>
            <a:prstDash val="solid"/>
          </a:ln>
        </p:spPr>
        <p:txBody>
          <a:bodyPr wrap="square" lIns="0" tIns="0" rIns="0" bIns="0">
            <a:noAutofit/>
          </a:bodyPr>
          <a:lstStyle>
            <a:defPPr>
              <a:defRPr sz="975">
                <a:solidFill>
                  <a:srgbClr val="A5A9AE"/>
                </a:solidFill>
                <a:latin typeface="Arial"/>
                <a:ea typeface="Arial"/>
                <a:cs typeface="Arial"/>
              </a:defRPr>
            </a:defPPr>
            <a:lvl1pPr>
              <a:defRPr sz="975">
                <a:solidFill>
                  <a:srgbClr val="A5A9AE"/>
                </a:solidFill>
                <a:latin typeface="Arial"/>
                <a:ea typeface="Arial"/>
                <a:cs typeface="Arial"/>
              </a:defRPr>
            </a:lvl1pPr>
            <a:lvl2pPr>
              <a:defRPr sz="975">
                <a:solidFill>
                  <a:srgbClr val="A5A9AE"/>
                </a:solidFill>
                <a:latin typeface="Arial"/>
                <a:ea typeface="Arial"/>
                <a:cs typeface="Arial"/>
              </a:defRPr>
            </a:lvl2pPr>
            <a:lvl3pPr>
              <a:defRPr sz="975">
                <a:solidFill>
                  <a:srgbClr val="A5A9AE"/>
                </a:solidFill>
                <a:latin typeface="Arial"/>
                <a:ea typeface="Arial"/>
                <a:cs typeface="Arial"/>
              </a:defRPr>
            </a:lvl3pPr>
            <a:lvl4pPr>
              <a:defRPr sz="975">
                <a:solidFill>
                  <a:srgbClr val="A5A9AE"/>
                </a:solidFill>
                <a:latin typeface="Arial"/>
                <a:ea typeface="Arial"/>
                <a:cs typeface="Arial"/>
              </a:defRPr>
            </a:lvl4pPr>
            <a:lvl5pPr>
              <a:defRPr sz="975">
                <a:solidFill>
                  <a:srgbClr val="A5A9AE"/>
                </a:solidFill>
                <a:latin typeface="Arial"/>
                <a:ea typeface="Arial"/>
                <a:cs typeface="Arial"/>
              </a:defRPr>
            </a:lvl5pPr>
            <a:lvl6pPr>
              <a:defRPr sz="975">
                <a:solidFill>
                  <a:srgbClr val="A5A9AE"/>
                </a:solidFill>
                <a:latin typeface="Arial"/>
                <a:ea typeface="Arial"/>
                <a:cs typeface="Arial"/>
              </a:defRPr>
            </a:lvl6pPr>
            <a:lvl7pPr>
              <a:defRPr sz="975">
                <a:solidFill>
                  <a:srgbClr val="A5A9AE"/>
                </a:solidFill>
                <a:latin typeface="Arial"/>
                <a:ea typeface="Arial"/>
                <a:cs typeface="Arial"/>
              </a:defRPr>
            </a:lvl7pPr>
            <a:lvl8pPr>
              <a:defRPr sz="975">
                <a:solidFill>
                  <a:srgbClr val="A5A9AE"/>
                </a:solidFill>
                <a:latin typeface="Arial"/>
                <a:ea typeface="Arial"/>
                <a:cs typeface="Arial"/>
              </a:defRPr>
            </a:lvl8pPr>
            <a:lvl9pPr>
              <a:defRPr sz="975">
                <a:solidFill>
                  <a:srgbClr val="A5A9AE"/>
                </a:solidFill>
                <a:latin typeface="Arial"/>
                <a:ea typeface="Arial"/>
                <a:cs typeface="Arial"/>
              </a:defRPr>
            </a:lvl9pPr>
          </a:lstStyle>
          <a:p>
            <a:pPr>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19" name="slide-2-footer-number">
            <a:extLst>
              <a:ext uri="{FF2B5EF4-FFF2-40B4-BE49-F238E27FC236}">
                <a16:creationId xmlns:a16="http://schemas.microsoft.com/office/drawing/2014/main" id="{11C0774D-F1DA-4A78-AA96-21E26FE86905}"/>
              </a:ext>
            </a:extLst>
          </p:cNvPr>
          <p:cNvSpPr>
            <a:spLocks noGrp="1"/>
          </p:cNvSpPr>
          <p:nvPr/>
        </p:nvSpPr>
        <p:spPr>
          <a:xfrm>
            <a:off x="11001375" y="6467475"/>
            <a:ext cx="504825" cy="190500"/>
          </a:xfrm>
          <a:prstGeom prst="rect">
            <a:avLst/>
          </a:prstGeom>
          <a:noFill/>
          <a:ln w="0">
            <a:noFill/>
            <a:prstDash val="solid"/>
          </a:ln>
        </p:spPr>
        <p:txBody>
          <a:bodyPr wrap="square" lIns="0" tIns="0" rIns="0" bIns="0">
            <a:noAutofit/>
          </a:bodyPr>
          <a:lstStyle>
            <a:defPPr algn="r">
              <a:defRPr sz="1050" b="1">
                <a:solidFill>
                  <a:srgbClr val="9E1B32"/>
                </a:solidFill>
                <a:latin typeface="Arial"/>
                <a:ea typeface="Arial"/>
                <a:cs typeface="Arial"/>
              </a:defRPr>
            </a:defPPr>
            <a:lvl1pPr algn="r">
              <a:defRPr sz="1050" b="1">
                <a:solidFill>
                  <a:srgbClr val="9E1B32"/>
                </a:solidFill>
                <a:latin typeface="Arial"/>
                <a:ea typeface="Arial"/>
                <a:cs typeface="Arial"/>
              </a:defRPr>
            </a:lvl1pPr>
            <a:lvl2pPr algn="r">
              <a:defRPr sz="1050" b="1">
                <a:solidFill>
                  <a:srgbClr val="9E1B32"/>
                </a:solidFill>
                <a:latin typeface="Arial"/>
                <a:ea typeface="Arial"/>
                <a:cs typeface="Arial"/>
              </a:defRPr>
            </a:lvl2pPr>
            <a:lvl3pPr algn="r">
              <a:defRPr sz="1050" b="1">
                <a:solidFill>
                  <a:srgbClr val="9E1B32"/>
                </a:solidFill>
                <a:latin typeface="Arial"/>
                <a:ea typeface="Arial"/>
                <a:cs typeface="Arial"/>
              </a:defRPr>
            </a:lvl3pPr>
            <a:lvl4pPr algn="r">
              <a:defRPr sz="1050" b="1">
                <a:solidFill>
                  <a:srgbClr val="9E1B32"/>
                </a:solidFill>
                <a:latin typeface="Arial"/>
                <a:ea typeface="Arial"/>
                <a:cs typeface="Arial"/>
              </a:defRPr>
            </a:lvl4pPr>
            <a:lvl5pPr algn="r">
              <a:defRPr sz="1050" b="1">
                <a:solidFill>
                  <a:srgbClr val="9E1B32"/>
                </a:solidFill>
                <a:latin typeface="Arial"/>
                <a:ea typeface="Arial"/>
                <a:cs typeface="Arial"/>
              </a:defRPr>
            </a:lvl5pPr>
            <a:lvl6pPr algn="r">
              <a:defRPr sz="1050" b="1">
                <a:solidFill>
                  <a:srgbClr val="9E1B32"/>
                </a:solidFill>
                <a:latin typeface="Arial"/>
                <a:ea typeface="Arial"/>
                <a:cs typeface="Arial"/>
              </a:defRPr>
            </a:lvl6pPr>
            <a:lvl7pPr algn="r">
              <a:defRPr sz="1050" b="1">
                <a:solidFill>
                  <a:srgbClr val="9E1B32"/>
                </a:solidFill>
                <a:latin typeface="Arial"/>
                <a:ea typeface="Arial"/>
                <a:cs typeface="Arial"/>
              </a:defRPr>
            </a:lvl7pPr>
            <a:lvl8pPr algn="r">
              <a:defRPr sz="1050" b="1">
                <a:solidFill>
                  <a:srgbClr val="9E1B32"/>
                </a:solidFill>
                <a:latin typeface="Arial"/>
                <a:ea typeface="Arial"/>
                <a:cs typeface="Arial"/>
              </a:defRPr>
            </a:lvl8pPr>
            <a:lvl9pPr algn="r">
              <a:defRPr sz="1050" b="1">
                <a:solidFill>
                  <a:srgbClr val="9E1B32"/>
                </a:solidFill>
                <a:latin typeface="Arial"/>
                <a:ea typeface="Arial"/>
                <a:cs typeface="Arial"/>
              </a:defRPr>
            </a:lvl9pPr>
          </a:lstStyle>
          <a:p>
            <a:pPr algn="r">
              <a:defRPr sz="1050" b="1">
                <a:solidFill>
                  <a:srgbClr val="9E1B32"/>
                </a:solidFill>
                <a:latin typeface="Arial"/>
                <a:ea typeface="Arial"/>
                <a:cs typeface="Arial"/>
              </a:defRPr>
            </a:pPr>
            <a:r>
              <a:rPr sz="1050" b="1">
                <a:solidFill>
                  <a:srgbClr val="9E1B32"/>
                </a:solidFill>
                <a:latin typeface="Arial"/>
                <a:ea typeface="Arial"/>
                <a:cs typeface="Arial"/>
              </a:rPr>
              <a:t>02</a:t>
            </a:r>
          </a:p>
        </p:txBody>
      </p:sp>
    </p:spTree>
    <p:extLst>
      <p:ext uri="{BB962C8B-B14F-4D97-AF65-F5344CB8AC3E}">
        <p14:creationId xmlns:p14="http://schemas.microsoft.com/office/powerpoint/2010/main" val="1849144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slide-3-title">
            <a:extLst>
              <a:ext uri="{FF2B5EF4-FFF2-40B4-BE49-F238E27FC236}">
                <a16:creationId xmlns:a16="http://schemas.microsoft.com/office/drawing/2014/main" id="{9317D7BB-CA89-413C-AD7F-195EC208124A}"/>
              </a:ext>
            </a:extLst>
          </p:cNvPr>
          <p:cNvSpPr>
            <a:spLocks noGrp="1"/>
          </p:cNvSpPr>
          <p:nvPr/>
        </p:nvSpPr>
        <p:spPr>
          <a:xfrm>
            <a:off x="685800" y="409575"/>
            <a:ext cx="10001250" cy="533400"/>
          </a:xfrm>
          <a:prstGeom prst="rect">
            <a:avLst/>
          </a:prstGeom>
          <a:noFill/>
          <a:ln w="0">
            <a:noFill/>
            <a:prstDash val="solid"/>
          </a:ln>
        </p:spPr>
        <p:txBody>
          <a:bodyPr wrap="square" lIns="0" tIns="0" rIns="0" bIns="0">
            <a:noAutofit/>
          </a:bodyPr>
          <a:lstStyle>
            <a:defPPr>
              <a:defRPr sz="3150" b="1">
                <a:solidFill>
                  <a:srgbClr val="20242A"/>
                </a:solidFill>
                <a:latin typeface="Arial"/>
                <a:ea typeface="Arial"/>
                <a:cs typeface="Arial"/>
              </a:defRPr>
            </a:defPPr>
            <a:lvl1pPr>
              <a:defRPr sz="3150" b="1">
                <a:solidFill>
                  <a:srgbClr val="20242A"/>
                </a:solidFill>
                <a:latin typeface="Arial"/>
                <a:ea typeface="Arial"/>
                <a:cs typeface="Arial"/>
              </a:defRPr>
            </a:lvl1pPr>
            <a:lvl2pPr>
              <a:defRPr sz="3150" b="1">
                <a:solidFill>
                  <a:srgbClr val="20242A"/>
                </a:solidFill>
                <a:latin typeface="Arial"/>
                <a:ea typeface="Arial"/>
                <a:cs typeface="Arial"/>
              </a:defRPr>
            </a:lvl2pPr>
            <a:lvl3pPr>
              <a:defRPr sz="3150" b="1">
                <a:solidFill>
                  <a:srgbClr val="20242A"/>
                </a:solidFill>
                <a:latin typeface="Arial"/>
                <a:ea typeface="Arial"/>
                <a:cs typeface="Arial"/>
              </a:defRPr>
            </a:lvl3pPr>
            <a:lvl4pPr>
              <a:defRPr sz="3150" b="1">
                <a:solidFill>
                  <a:srgbClr val="20242A"/>
                </a:solidFill>
                <a:latin typeface="Arial"/>
                <a:ea typeface="Arial"/>
                <a:cs typeface="Arial"/>
              </a:defRPr>
            </a:lvl4pPr>
            <a:lvl5pPr>
              <a:defRPr sz="3150" b="1">
                <a:solidFill>
                  <a:srgbClr val="20242A"/>
                </a:solidFill>
                <a:latin typeface="Arial"/>
                <a:ea typeface="Arial"/>
                <a:cs typeface="Arial"/>
              </a:defRPr>
            </a:lvl5pPr>
            <a:lvl6pPr>
              <a:defRPr sz="3150" b="1">
                <a:solidFill>
                  <a:srgbClr val="20242A"/>
                </a:solidFill>
                <a:latin typeface="Arial"/>
                <a:ea typeface="Arial"/>
                <a:cs typeface="Arial"/>
              </a:defRPr>
            </a:lvl6pPr>
            <a:lvl7pPr>
              <a:defRPr sz="3150" b="1">
                <a:solidFill>
                  <a:srgbClr val="20242A"/>
                </a:solidFill>
                <a:latin typeface="Arial"/>
                <a:ea typeface="Arial"/>
                <a:cs typeface="Arial"/>
              </a:defRPr>
            </a:lvl7pPr>
            <a:lvl8pPr>
              <a:defRPr sz="3150" b="1">
                <a:solidFill>
                  <a:srgbClr val="20242A"/>
                </a:solidFill>
                <a:latin typeface="Arial"/>
                <a:ea typeface="Arial"/>
                <a:cs typeface="Arial"/>
              </a:defRPr>
            </a:lvl8pPr>
            <a:lvl9pPr>
              <a:defRPr sz="3150" b="1">
                <a:solidFill>
                  <a:srgbClr val="20242A"/>
                </a:solidFill>
                <a:latin typeface="Arial"/>
                <a:ea typeface="Arial"/>
                <a:cs typeface="Arial"/>
              </a:defRPr>
            </a:lvl9pPr>
          </a:lstStyle>
          <a:p>
            <a:pPr>
              <a:defRPr sz="3150" b="1">
                <a:solidFill>
                  <a:srgbClr val="20242A"/>
                </a:solidFill>
                <a:latin typeface="Arial"/>
                <a:ea typeface="Arial"/>
                <a:cs typeface="Arial"/>
              </a:defRPr>
            </a:pPr>
            <a:r>
              <a:rPr sz="3150" b="1" dirty="0">
                <a:solidFill>
                  <a:srgbClr val="20242A"/>
                </a:solidFill>
                <a:latin typeface="Arial"/>
                <a:ea typeface="Arial"/>
                <a:cs typeface="Arial"/>
              </a:rPr>
              <a:t>Training </a:t>
            </a:r>
            <a:r>
              <a:rPr lang="en-US" sz="3150" b="1" dirty="0">
                <a:solidFill>
                  <a:srgbClr val="20242A"/>
                </a:solidFill>
                <a:latin typeface="Arial"/>
                <a:ea typeface="Arial"/>
                <a:cs typeface="Arial"/>
              </a:rPr>
              <a:t>Data</a:t>
            </a:r>
            <a:endParaRPr sz="3150" b="1" dirty="0">
              <a:solidFill>
                <a:srgbClr val="20242A"/>
              </a:solidFill>
              <a:latin typeface="Arial"/>
              <a:ea typeface="Arial"/>
              <a:cs typeface="Arial"/>
            </a:endParaRPr>
          </a:p>
        </p:txBody>
      </p:sp>
      <p:sp>
        <p:nvSpPr>
          <p:cNvPr id="2" name="slide-3-top-rule">
            <a:extLst>
              <a:ext uri="{FF2B5EF4-FFF2-40B4-BE49-F238E27FC236}">
                <a16:creationId xmlns:a16="http://schemas.microsoft.com/office/drawing/2014/main" id="{30296450-1637-48DD-B96F-38B25E025940}"/>
              </a:ext>
            </a:extLst>
          </p:cNvPr>
          <p:cNvSpPr>
            <a:spLocks noGrp="1"/>
          </p:cNvSpPr>
          <p:nvPr/>
        </p:nvSpPr>
        <p:spPr>
          <a:xfrm>
            <a:off x="685800" y="1057275"/>
            <a:ext cx="10820400" cy="19050"/>
          </a:xfrm>
          <a:prstGeom prst="rect">
            <a:avLst/>
          </a:prstGeom>
          <a:solidFill>
            <a:srgbClr val="D9D7D2"/>
          </a:solidFill>
          <a:ln w="0">
            <a:noFill/>
            <a:prstDash val="solid"/>
          </a:ln>
        </p:spPr>
      </p:sp>
      <p:sp>
        <p:nvSpPr>
          <p:cNvPr id="3" name="矩形 2">
            <a:extLst>
              <a:ext uri="{FF2B5EF4-FFF2-40B4-BE49-F238E27FC236}">
                <a16:creationId xmlns:a16="http://schemas.microsoft.com/office/drawing/2014/main" id="{DFB1D367-A35B-4E40-92A7-850890FAFAFF}"/>
              </a:ext>
            </a:extLst>
          </p:cNvPr>
          <p:cNvSpPr>
            <a:spLocks noGrp="1"/>
          </p:cNvSpPr>
          <p:nvPr/>
        </p:nvSpPr>
        <p:spPr>
          <a:xfrm>
            <a:off x="685800" y="1438275"/>
            <a:ext cx="3048000" cy="228600"/>
          </a:xfrm>
          <a:prstGeom prst="rect">
            <a:avLst/>
          </a:prstGeom>
          <a:noFill/>
          <a:ln w="0">
            <a:noFill/>
            <a:prstDash val="solid"/>
          </a:ln>
        </p:spPr>
        <p:txBody>
          <a:bodyPr wrap="square" lIns="0" tIns="0" rIns="0" bIns="0">
            <a:noAutofit/>
          </a:bodyPr>
          <a:lstStyle>
            <a:defPPr>
              <a:defRPr sz="1050" b="1">
                <a:solidFill>
                  <a:srgbClr val="C49A2C"/>
                </a:solidFill>
                <a:latin typeface="Arial"/>
                <a:ea typeface="Arial"/>
                <a:cs typeface="Arial"/>
              </a:defRPr>
            </a:defPPr>
            <a:lvl1pPr>
              <a:defRPr sz="1050" b="1">
                <a:solidFill>
                  <a:srgbClr val="C49A2C"/>
                </a:solidFill>
                <a:latin typeface="Arial"/>
                <a:ea typeface="Arial"/>
                <a:cs typeface="Arial"/>
              </a:defRPr>
            </a:lvl1pPr>
            <a:lvl2pPr>
              <a:defRPr sz="1050" b="1">
                <a:solidFill>
                  <a:srgbClr val="C49A2C"/>
                </a:solidFill>
                <a:latin typeface="Arial"/>
                <a:ea typeface="Arial"/>
                <a:cs typeface="Arial"/>
              </a:defRPr>
            </a:lvl2pPr>
            <a:lvl3pPr>
              <a:defRPr sz="1050" b="1">
                <a:solidFill>
                  <a:srgbClr val="C49A2C"/>
                </a:solidFill>
                <a:latin typeface="Arial"/>
                <a:ea typeface="Arial"/>
                <a:cs typeface="Arial"/>
              </a:defRPr>
            </a:lvl3pPr>
            <a:lvl4pPr>
              <a:defRPr sz="1050" b="1">
                <a:solidFill>
                  <a:srgbClr val="C49A2C"/>
                </a:solidFill>
                <a:latin typeface="Arial"/>
                <a:ea typeface="Arial"/>
                <a:cs typeface="Arial"/>
              </a:defRPr>
            </a:lvl4pPr>
            <a:lvl5pPr>
              <a:defRPr sz="1050" b="1">
                <a:solidFill>
                  <a:srgbClr val="C49A2C"/>
                </a:solidFill>
                <a:latin typeface="Arial"/>
                <a:ea typeface="Arial"/>
                <a:cs typeface="Arial"/>
              </a:defRPr>
            </a:lvl5pPr>
            <a:lvl6pPr>
              <a:defRPr sz="1050" b="1">
                <a:solidFill>
                  <a:srgbClr val="C49A2C"/>
                </a:solidFill>
                <a:latin typeface="Arial"/>
                <a:ea typeface="Arial"/>
                <a:cs typeface="Arial"/>
              </a:defRPr>
            </a:lvl6pPr>
            <a:lvl7pPr>
              <a:defRPr sz="1050" b="1">
                <a:solidFill>
                  <a:srgbClr val="C49A2C"/>
                </a:solidFill>
                <a:latin typeface="Arial"/>
                <a:ea typeface="Arial"/>
                <a:cs typeface="Arial"/>
              </a:defRPr>
            </a:lvl7pPr>
            <a:lvl8pPr>
              <a:defRPr sz="1050" b="1">
                <a:solidFill>
                  <a:srgbClr val="C49A2C"/>
                </a:solidFill>
                <a:latin typeface="Arial"/>
                <a:ea typeface="Arial"/>
                <a:cs typeface="Arial"/>
              </a:defRPr>
            </a:lvl8pPr>
            <a:lvl9pPr>
              <a:defRPr sz="1050" b="1">
                <a:solidFill>
                  <a:srgbClr val="C49A2C"/>
                </a:solidFill>
                <a:latin typeface="Arial"/>
                <a:ea typeface="Arial"/>
                <a:cs typeface="Arial"/>
              </a:defRPr>
            </a:lvl9pPr>
          </a:lstStyle>
          <a:p>
            <a:pPr>
              <a:defRPr sz="1050" b="1">
                <a:solidFill>
                  <a:srgbClr val="C49A2C"/>
                </a:solidFill>
                <a:latin typeface="Arial"/>
                <a:ea typeface="Arial"/>
                <a:cs typeface="Arial"/>
              </a:defRPr>
            </a:pPr>
            <a:r>
              <a:rPr sz="1050" b="1">
                <a:solidFill>
                  <a:srgbClr val="C49A2C"/>
                </a:solidFill>
                <a:latin typeface="Arial"/>
                <a:ea typeface="Arial"/>
                <a:cs typeface="Arial"/>
              </a:rPr>
              <a:t>DEVELOPMENTAL SOURCES</a:t>
            </a:r>
          </a:p>
        </p:txBody>
      </p:sp>
      <p:sp>
        <p:nvSpPr>
          <p:cNvPr id="4" name="矩形 3">
            <a:extLst>
              <a:ext uri="{FF2B5EF4-FFF2-40B4-BE49-F238E27FC236}">
                <a16:creationId xmlns:a16="http://schemas.microsoft.com/office/drawing/2014/main" id="{5C22BC05-BB9C-4C68-89EC-EEC6FD63C925}"/>
              </a:ext>
            </a:extLst>
          </p:cNvPr>
          <p:cNvSpPr>
            <a:spLocks noGrp="1"/>
          </p:cNvSpPr>
          <p:nvPr/>
        </p:nvSpPr>
        <p:spPr>
          <a:xfrm>
            <a:off x="685800" y="1857375"/>
            <a:ext cx="3048000" cy="523875"/>
          </a:xfrm>
          <a:prstGeom prst="rect">
            <a:avLst/>
          </a:prstGeom>
          <a:noFill/>
          <a:ln w="0">
            <a:noFill/>
            <a:prstDash val="solid"/>
          </a:ln>
        </p:spPr>
        <p:txBody>
          <a:bodyPr wrap="square" lIns="0" tIns="0" rIns="0" bIns="0">
            <a:normAutofit/>
          </a:bodyPr>
          <a:lstStyle>
            <a:defPPr>
              <a:defRPr sz="2550" b="1">
                <a:solidFill>
                  <a:srgbClr val="20242A"/>
                </a:solidFill>
                <a:latin typeface="Arial"/>
                <a:ea typeface="Arial"/>
                <a:cs typeface="Arial"/>
              </a:defRPr>
            </a:defPPr>
            <a:lvl1pPr>
              <a:defRPr sz="2550" b="1">
                <a:solidFill>
                  <a:srgbClr val="20242A"/>
                </a:solidFill>
                <a:latin typeface="Arial"/>
                <a:ea typeface="Arial"/>
                <a:cs typeface="Arial"/>
              </a:defRPr>
            </a:lvl1pPr>
            <a:lvl2pPr>
              <a:defRPr sz="2550" b="1">
                <a:solidFill>
                  <a:srgbClr val="20242A"/>
                </a:solidFill>
                <a:latin typeface="Arial"/>
                <a:ea typeface="Arial"/>
                <a:cs typeface="Arial"/>
              </a:defRPr>
            </a:lvl2pPr>
            <a:lvl3pPr>
              <a:defRPr sz="2550" b="1">
                <a:solidFill>
                  <a:srgbClr val="20242A"/>
                </a:solidFill>
                <a:latin typeface="Arial"/>
                <a:ea typeface="Arial"/>
                <a:cs typeface="Arial"/>
              </a:defRPr>
            </a:lvl3pPr>
            <a:lvl4pPr>
              <a:defRPr sz="2550" b="1">
                <a:solidFill>
                  <a:srgbClr val="20242A"/>
                </a:solidFill>
                <a:latin typeface="Arial"/>
                <a:ea typeface="Arial"/>
                <a:cs typeface="Arial"/>
              </a:defRPr>
            </a:lvl4pPr>
            <a:lvl5pPr>
              <a:defRPr sz="2550" b="1">
                <a:solidFill>
                  <a:srgbClr val="20242A"/>
                </a:solidFill>
                <a:latin typeface="Arial"/>
                <a:ea typeface="Arial"/>
                <a:cs typeface="Arial"/>
              </a:defRPr>
            </a:lvl5pPr>
            <a:lvl6pPr>
              <a:defRPr sz="2550" b="1">
                <a:solidFill>
                  <a:srgbClr val="20242A"/>
                </a:solidFill>
                <a:latin typeface="Arial"/>
                <a:ea typeface="Arial"/>
                <a:cs typeface="Arial"/>
              </a:defRPr>
            </a:lvl6pPr>
            <a:lvl7pPr>
              <a:defRPr sz="2550" b="1">
                <a:solidFill>
                  <a:srgbClr val="20242A"/>
                </a:solidFill>
                <a:latin typeface="Arial"/>
                <a:ea typeface="Arial"/>
                <a:cs typeface="Arial"/>
              </a:defRPr>
            </a:lvl7pPr>
            <a:lvl8pPr>
              <a:defRPr sz="2550" b="1">
                <a:solidFill>
                  <a:srgbClr val="20242A"/>
                </a:solidFill>
                <a:latin typeface="Arial"/>
                <a:ea typeface="Arial"/>
                <a:cs typeface="Arial"/>
              </a:defRPr>
            </a:lvl8pPr>
            <a:lvl9pPr>
              <a:defRPr sz="2550" b="1">
                <a:solidFill>
                  <a:srgbClr val="20242A"/>
                </a:solidFill>
                <a:latin typeface="Arial"/>
                <a:ea typeface="Arial"/>
                <a:cs typeface="Arial"/>
              </a:defRPr>
            </a:lvl9pPr>
          </a:lstStyle>
          <a:p>
            <a:pPr>
              <a:defRPr sz="2550" b="1">
                <a:solidFill>
                  <a:srgbClr val="20242A"/>
                </a:solidFill>
                <a:latin typeface="Arial"/>
                <a:ea typeface="Arial"/>
                <a:cs typeface="Arial"/>
              </a:defRPr>
            </a:pPr>
            <a:r>
              <a:rPr sz="2550" b="1">
                <a:solidFill>
                  <a:srgbClr val="20242A"/>
                </a:solidFill>
                <a:latin typeface="Arial"/>
                <a:ea typeface="Arial"/>
                <a:cs typeface="Arial"/>
              </a:rPr>
              <a:t>Speech + text</a:t>
            </a:r>
          </a:p>
        </p:txBody>
      </p:sp>
      <p:sp>
        <p:nvSpPr>
          <p:cNvPr id="5" name="矩形 4">
            <a:extLst>
              <a:ext uri="{FF2B5EF4-FFF2-40B4-BE49-F238E27FC236}">
                <a16:creationId xmlns:a16="http://schemas.microsoft.com/office/drawing/2014/main" id="{D745DF24-D2FA-4A6D-8725-2F331084E4BE}"/>
              </a:ext>
            </a:extLst>
          </p:cNvPr>
          <p:cNvSpPr>
            <a:spLocks noGrp="1"/>
          </p:cNvSpPr>
          <p:nvPr/>
        </p:nvSpPr>
        <p:spPr>
          <a:xfrm>
            <a:off x="685800" y="2571750"/>
            <a:ext cx="2952750" cy="19050"/>
          </a:xfrm>
          <a:prstGeom prst="rect">
            <a:avLst/>
          </a:prstGeom>
          <a:solidFill>
            <a:srgbClr val="D9D7D2"/>
          </a:solidFill>
          <a:ln w="0">
            <a:noFill/>
            <a:prstDash val="solid"/>
          </a:ln>
        </p:spPr>
      </p:sp>
      <p:sp>
        <p:nvSpPr>
          <p:cNvPr id="6" name="矩形 5">
            <a:extLst>
              <a:ext uri="{FF2B5EF4-FFF2-40B4-BE49-F238E27FC236}">
                <a16:creationId xmlns:a16="http://schemas.microsoft.com/office/drawing/2014/main" id="{29FA1EE0-1E12-4231-BE17-7CA8A254DFF4}"/>
              </a:ext>
            </a:extLst>
          </p:cNvPr>
          <p:cNvSpPr>
            <a:spLocks noGrp="1"/>
          </p:cNvSpPr>
          <p:nvPr/>
        </p:nvSpPr>
        <p:spPr>
          <a:xfrm>
            <a:off x="685800" y="2857500"/>
            <a:ext cx="3048000" cy="1381125"/>
          </a:xfrm>
          <a:prstGeom prst="rect">
            <a:avLst/>
          </a:prstGeom>
          <a:noFill/>
          <a:ln w="0">
            <a:noFill/>
            <a:prstDash val="solid"/>
          </a:ln>
        </p:spPr>
        <p:txBody>
          <a:bodyPr wrap="square" lIns="0" tIns="0" rIns="0" bIns="0">
            <a:normAutofit/>
          </a:bodyPr>
          <a:lstStyle>
            <a:defPPr>
              <a:defRPr sz="1500">
                <a:solidFill>
                  <a:srgbClr val="686E75"/>
                </a:solidFill>
                <a:latin typeface="Arial"/>
                <a:ea typeface="Arial"/>
                <a:cs typeface="Arial"/>
              </a:defRPr>
            </a:defPPr>
            <a:lvl1pPr>
              <a:defRPr sz="1500">
                <a:solidFill>
                  <a:srgbClr val="686E75"/>
                </a:solidFill>
                <a:latin typeface="Arial"/>
                <a:ea typeface="Arial"/>
                <a:cs typeface="Arial"/>
              </a:defRPr>
            </a:lvl1pPr>
            <a:lvl2pPr>
              <a:defRPr sz="1500">
                <a:solidFill>
                  <a:srgbClr val="686E75"/>
                </a:solidFill>
                <a:latin typeface="Arial"/>
                <a:ea typeface="Arial"/>
                <a:cs typeface="Arial"/>
              </a:defRPr>
            </a:lvl2pPr>
            <a:lvl3pPr>
              <a:defRPr sz="1500">
                <a:solidFill>
                  <a:srgbClr val="686E75"/>
                </a:solidFill>
                <a:latin typeface="Arial"/>
                <a:ea typeface="Arial"/>
                <a:cs typeface="Arial"/>
              </a:defRPr>
            </a:lvl3pPr>
            <a:lvl4pPr>
              <a:defRPr sz="1500">
                <a:solidFill>
                  <a:srgbClr val="686E75"/>
                </a:solidFill>
                <a:latin typeface="Arial"/>
                <a:ea typeface="Arial"/>
                <a:cs typeface="Arial"/>
              </a:defRPr>
            </a:lvl4pPr>
            <a:lvl5pPr>
              <a:defRPr sz="1500">
                <a:solidFill>
                  <a:srgbClr val="686E75"/>
                </a:solidFill>
                <a:latin typeface="Arial"/>
                <a:ea typeface="Arial"/>
                <a:cs typeface="Arial"/>
              </a:defRPr>
            </a:lvl5pPr>
            <a:lvl6pPr>
              <a:defRPr sz="1500">
                <a:solidFill>
                  <a:srgbClr val="686E75"/>
                </a:solidFill>
                <a:latin typeface="Arial"/>
                <a:ea typeface="Arial"/>
                <a:cs typeface="Arial"/>
              </a:defRPr>
            </a:lvl6pPr>
            <a:lvl7pPr>
              <a:defRPr sz="1500">
                <a:solidFill>
                  <a:srgbClr val="686E75"/>
                </a:solidFill>
                <a:latin typeface="Arial"/>
                <a:ea typeface="Arial"/>
                <a:cs typeface="Arial"/>
              </a:defRPr>
            </a:lvl7pPr>
            <a:lvl8pPr>
              <a:defRPr sz="1500">
                <a:solidFill>
                  <a:srgbClr val="686E75"/>
                </a:solidFill>
                <a:latin typeface="Arial"/>
                <a:ea typeface="Arial"/>
                <a:cs typeface="Arial"/>
              </a:defRPr>
            </a:lvl8pPr>
            <a:lvl9pPr>
              <a:defRPr sz="1500">
                <a:solidFill>
                  <a:srgbClr val="686E75"/>
                </a:solidFill>
                <a:latin typeface="Arial"/>
                <a:ea typeface="Arial"/>
                <a:cs typeface="Arial"/>
              </a:defRPr>
            </a:lvl9pPr>
          </a:lstStyle>
          <a:p>
            <a:pPr>
              <a:lnSpc>
                <a:spcPct val="113000"/>
              </a:lnSpc>
              <a:buNone/>
              <a:defRPr sz="1500">
                <a:solidFill>
                  <a:srgbClr val="686E75"/>
                </a:solidFill>
                <a:latin typeface="Arial"/>
                <a:ea typeface="Arial"/>
                <a:cs typeface="Arial"/>
              </a:defRPr>
            </a:pPr>
            <a:r>
              <a:rPr sz="1500">
                <a:solidFill>
                  <a:srgbClr val="686E75"/>
                </a:solidFill>
                <a:latin typeface="Arial"/>
                <a:ea typeface="Arial"/>
                <a:cs typeface="Arial"/>
              </a:rPr>
              <a:t>Child-available speech, child-directed speech, books, educational text, subtitles, and reference text</a:t>
            </a:r>
          </a:p>
        </p:txBody>
      </p:sp>
      <p:sp>
        <p:nvSpPr>
          <p:cNvPr id="7" name="矩形 6">
            <a:extLst>
              <a:ext uri="{FF2B5EF4-FFF2-40B4-BE49-F238E27FC236}">
                <a16:creationId xmlns:a16="http://schemas.microsoft.com/office/drawing/2014/main" id="{F1E275B1-FE9A-4283-8858-0B7F3B884909}"/>
              </a:ext>
            </a:extLst>
          </p:cNvPr>
          <p:cNvSpPr>
            <a:spLocks noGrp="1"/>
          </p:cNvSpPr>
          <p:nvPr/>
        </p:nvSpPr>
        <p:spPr>
          <a:xfrm>
            <a:off x="3819525" y="2105025"/>
            <a:ext cx="361950" cy="361950"/>
          </a:xfrm>
          <a:prstGeom prst="rect">
            <a:avLst/>
          </a:prstGeom>
          <a:noFill/>
          <a:ln w="0">
            <a:noFill/>
            <a:prstDash val="solid"/>
          </a:ln>
        </p:spPr>
        <p:txBody>
          <a:bodyPr wrap="square" lIns="0" tIns="0" rIns="0" bIns="0">
            <a:normAutofit/>
          </a:bodyPr>
          <a:lstStyle>
            <a:defPPr algn="ctr">
              <a:defRPr sz="2025" b="1">
                <a:solidFill>
                  <a:srgbClr val="A5A9AE"/>
                </a:solidFill>
                <a:latin typeface="Arial"/>
                <a:ea typeface="Arial"/>
                <a:cs typeface="Arial"/>
              </a:defRPr>
            </a:defPPr>
            <a:lvl1pPr algn="ctr">
              <a:defRPr sz="2025" b="1">
                <a:solidFill>
                  <a:srgbClr val="A5A9AE"/>
                </a:solidFill>
                <a:latin typeface="Arial"/>
                <a:ea typeface="Arial"/>
                <a:cs typeface="Arial"/>
              </a:defRPr>
            </a:lvl1pPr>
            <a:lvl2pPr algn="ctr">
              <a:defRPr sz="2025" b="1">
                <a:solidFill>
                  <a:srgbClr val="A5A9AE"/>
                </a:solidFill>
                <a:latin typeface="Arial"/>
                <a:ea typeface="Arial"/>
                <a:cs typeface="Arial"/>
              </a:defRPr>
            </a:lvl2pPr>
            <a:lvl3pPr algn="ctr">
              <a:defRPr sz="2025" b="1">
                <a:solidFill>
                  <a:srgbClr val="A5A9AE"/>
                </a:solidFill>
                <a:latin typeface="Arial"/>
                <a:ea typeface="Arial"/>
                <a:cs typeface="Arial"/>
              </a:defRPr>
            </a:lvl3pPr>
            <a:lvl4pPr algn="ctr">
              <a:defRPr sz="2025" b="1">
                <a:solidFill>
                  <a:srgbClr val="A5A9AE"/>
                </a:solidFill>
                <a:latin typeface="Arial"/>
                <a:ea typeface="Arial"/>
                <a:cs typeface="Arial"/>
              </a:defRPr>
            </a:lvl4pPr>
            <a:lvl5pPr algn="ctr">
              <a:defRPr sz="2025" b="1">
                <a:solidFill>
                  <a:srgbClr val="A5A9AE"/>
                </a:solidFill>
                <a:latin typeface="Arial"/>
                <a:ea typeface="Arial"/>
                <a:cs typeface="Arial"/>
              </a:defRPr>
            </a:lvl5pPr>
            <a:lvl6pPr algn="ctr">
              <a:defRPr sz="2025" b="1">
                <a:solidFill>
                  <a:srgbClr val="A5A9AE"/>
                </a:solidFill>
                <a:latin typeface="Arial"/>
                <a:ea typeface="Arial"/>
                <a:cs typeface="Arial"/>
              </a:defRPr>
            </a:lvl6pPr>
            <a:lvl7pPr algn="ctr">
              <a:defRPr sz="2025" b="1">
                <a:solidFill>
                  <a:srgbClr val="A5A9AE"/>
                </a:solidFill>
                <a:latin typeface="Arial"/>
                <a:ea typeface="Arial"/>
                <a:cs typeface="Arial"/>
              </a:defRPr>
            </a:lvl7pPr>
            <a:lvl8pPr algn="ctr">
              <a:defRPr sz="2025" b="1">
                <a:solidFill>
                  <a:srgbClr val="A5A9AE"/>
                </a:solidFill>
                <a:latin typeface="Arial"/>
                <a:ea typeface="Arial"/>
                <a:cs typeface="Arial"/>
              </a:defRPr>
            </a:lvl8pPr>
            <a:lvl9pPr algn="ctr">
              <a:defRPr sz="2025" b="1">
                <a:solidFill>
                  <a:srgbClr val="A5A9AE"/>
                </a:solidFill>
                <a:latin typeface="Arial"/>
                <a:ea typeface="Arial"/>
                <a:cs typeface="Arial"/>
              </a:defRPr>
            </a:lvl9pPr>
          </a:lstStyle>
          <a:p>
            <a:pPr algn="ctr">
              <a:defRPr sz="2025" b="1">
                <a:solidFill>
                  <a:srgbClr val="A5A9AE"/>
                </a:solidFill>
                <a:latin typeface="Arial"/>
                <a:ea typeface="Arial"/>
                <a:cs typeface="Arial"/>
              </a:defRPr>
            </a:pPr>
            <a:r>
              <a:rPr sz="2025" b="1">
                <a:solidFill>
                  <a:srgbClr val="A5A9AE"/>
                </a:solidFill>
                <a:latin typeface="Arial"/>
                <a:ea typeface="Arial"/>
                <a:cs typeface="Arial"/>
              </a:rPr>
              <a:t>&gt;</a:t>
            </a:r>
          </a:p>
        </p:txBody>
      </p:sp>
      <p:sp>
        <p:nvSpPr>
          <p:cNvPr id="8" name="矩形 7">
            <a:extLst>
              <a:ext uri="{FF2B5EF4-FFF2-40B4-BE49-F238E27FC236}">
                <a16:creationId xmlns:a16="http://schemas.microsoft.com/office/drawing/2014/main" id="{69271C56-F842-4474-8D45-590CD39137A9}"/>
              </a:ext>
            </a:extLst>
          </p:cNvPr>
          <p:cNvSpPr>
            <a:spLocks noGrp="1"/>
          </p:cNvSpPr>
          <p:nvPr/>
        </p:nvSpPr>
        <p:spPr>
          <a:xfrm>
            <a:off x="4362450" y="1438275"/>
            <a:ext cx="3048000" cy="228600"/>
          </a:xfrm>
          <a:prstGeom prst="rect">
            <a:avLst/>
          </a:prstGeom>
          <a:noFill/>
          <a:ln w="0">
            <a:noFill/>
            <a:prstDash val="solid"/>
          </a:ln>
        </p:spPr>
        <p:txBody>
          <a:bodyPr wrap="square" lIns="0" tIns="0" rIns="0" bIns="0">
            <a:noAutofit/>
          </a:bodyPr>
          <a:lstStyle>
            <a:defPPr>
              <a:defRPr sz="1050" b="1">
                <a:solidFill>
                  <a:srgbClr val="C49A2C"/>
                </a:solidFill>
                <a:latin typeface="Arial"/>
                <a:ea typeface="Arial"/>
                <a:cs typeface="Arial"/>
              </a:defRPr>
            </a:defPPr>
            <a:lvl1pPr>
              <a:defRPr sz="1050" b="1">
                <a:solidFill>
                  <a:srgbClr val="C49A2C"/>
                </a:solidFill>
                <a:latin typeface="Arial"/>
                <a:ea typeface="Arial"/>
                <a:cs typeface="Arial"/>
              </a:defRPr>
            </a:lvl1pPr>
            <a:lvl2pPr>
              <a:defRPr sz="1050" b="1">
                <a:solidFill>
                  <a:srgbClr val="C49A2C"/>
                </a:solidFill>
                <a:latin typeface="Arial"/>
                <a:ea typeface="Arial"/>
                <a:cs typeface="Arial"/>
              </a:defRPr>
            </a:lvl2pPr>
            <a:lvl3pPr>
              <a:defRPr sz="1050" b="1">
                <a:solidFill>
                  <a:srgbClr val="C49A2C"/>
                </a:solidFill>
                <a:latin typeface="Arial"/>
                <a:ea typeface="Arial"/>
                <a:cs typeface="Arial"/>
              </a:defRPr>
            </a:lvl3pPr>
            <a:lvl4pPr>
              <a:defRPr sz="1050" b="1">
                <a:solidFill>
                  <a:srgbClr val="C49A2C"/>
                </a:solidFill>
                <a:latin typeface="Arial"/>
                <a:ea typeface="Arial"/>
                <a:cs typeface="Arial"/>
              </a:defRPr>
            </a:lvl4pPr>
            <a:lvl5pPr>
              <a:defRPr sz="1050" b="1">
                <a:solidFill>
                  <a:srgbClr val="C49A2C"/>
                </a:solidFill>
                <a:latin typeface="Arial"/>
                <a:ea typeface="Arial"/>
                <a:cs typeface="Arial"/>
              </a:defRPr>
            </a:lvl5pPr>
            <a:lvl6pPr>
              <a:defRPr sz="1050" b="1">
                <a:solidFill>
                  <a:srgbClr val="C49A2C"/>
                </a:solidFill>
                <a:latin typeface="Arial"/>
                <a:ea typeface="Arial"/>
                <a:cs typeface="Arial"/>
              </a:defRPr>
            </a:lvl6pPr>
            <a:lvl7pPr>
              <a:defRPr sz="1050" b="1">
                <a:solidFill>
                  <a:srgbClr val="C49A2C"/>
                </a:solidFill>
                <a:latin typeface="Arial"/>
                <a:ea typeface="Arial"/>
                <a:cs typeface="Arial"/>
              </a:defRPr>
            </a:lvl7pPr>
            <a:lvl8pPr>
              <a:defRPr sz="1050" b="1">
                <a:solidFill>
                  <a:srgbClr val="C49A2C"/>
                </a:solidFill>
                <a:latin typeface="Arial"/>
                <a:ea typeface="Arial"/>
                <a:cs typeface="Arial"/>
              </a:defRPr>
            </a:lvl8pPr>
            <a:lvl9pPr>
              <a:defRPr sz="1050" b="1">
                <a:solidFill>
                  <a:srgbClr val="C49A2C"/>
                </a:solidFill>
                <a:latin typeface="Arial"/>
                <a:ea typeface="Arial"/>
                <a:cs typeface="Arial"/>
              </a:defRPr>
            </a:lvl9pPr>
          </a:lstStyle>
          <a:p>
            <a:pPr>
              <a:defRPr sz="1050" b="1">
                <a:solidFill>
                  <a:srgbClr val="C49A2C"/>
                </a:solidFill>
                <a:latin typeface="Arial"/>
                <a:ea typeface="Arial"/>
                <a:cs typeface="Arial"/>
              </a:defRPr>
            </a:pPr>
            <a:r>
              <a:rPr sz="1050" b="1">
                <a:solidFill>
                  <a:srgbClr val="C49A2C"/>
                </a:solidFill>
                <a:latin typeface="Arial"/>
                <a:ea typeface="Arial"/>
                <a:cs typeface="Arial"/>
              </a:rPr>
              <a:t>DATA CONSTRAINT</a:t>
            </a:r>
          </a:p>
        </p:txBody>
      </p:sp>
      <p:sp>
        <p:nvSpPr>
          <p:cNvPr id="9" name="矩形 8">
            <a:extLst>
              <a:ext uri="{FF2B5EF4-FFF2-40B4-BE49-F238E27FC236}">
                <a16:creationId xmlns:a16="http://schemas.microsoft.com/office/drawing/2014/main" id="{484BC02A-38B1-4F2E-918B-5B0D067F55A4}"/>
              </a:ext>
            </a:extLst>
          </p:cNvPr>
          <p:cNvSpPr>
            <a:spLocks noGrp="1"/>
          </p:cNvSpPr>
          <p:nvPr/>
        </p:nvSpPr>
        <p:spPr>
          <a:xfrm>
            <a:off x="4362450" y="1857375"/>
            <a:ext cx="3048000" cy="523875"/>
          </a:xfrm>
          <a:prstGeom prst="rect">
            <a:avLst/>
          </a:prstGeom>
          <a:noFill/>
          <a:ln w="0">
            <a:noFill/>
            <a:prstDash val="solid"/>
          </a:ln>
        </p:spPr>
        <p:txBody>
          <a:bodyPr wrap="square" lIns="0" tIns="0" rIns="0" bIns="0">
            <a:normAutofit/>
          </a:bodyPr>
          <a:lstStyle>
            <a:defPPr>
              <a:defRPr sz="2550" b="1">
                <a:solidFill>
                  <a:srgbClr val="9E1B32"/>
                </a:solidFill>
                <a:latin typeface="Arial"/>
                <a:ea typeface="Arial"/>
                <a:cs typeface="Arial"/>
              </a:defRPr>
            </a:defPPr>
            <a:lvl1pPr>
              <a:defRPr sz="2550" b="1">
                <a:solidFill>
                  <a:srgbClr val="9E1B32"/>
                </a:solidFill>
                <a:latin typeface="Arial"/>
                <a:ea typeface="Arial"/>
                <a:cs typeface="Arial"/>
              </a:defRPr>
            </a:lvl1pPr>
            <a:lvl2pPr>
              <a:defRPr sz="2550" b="1">
                <a:solidFill>
                  <a:srgbClr val="9E1B32"/>
                </a:solidFill>
                <a:latin typeface="Arial"/>
                <a:ea typeface="Arial"/>
                <a:cs typeface="Arial"/>
              </a:defRPr>
            </a:lvl2pPr>
            <a:lvl3pPr>
              <a:defRPr sz="2550" b="1">
                <a:solidFill>
                  <a:srgbClr val="9E1B32"/>
                </a:solidFill>
                <a:latin typeface="Arial"/>
                <a:ea typeface="Arial"/>
                <a:cs typeface="Arial"/>
              </a:defRPr>
            </a:lvl3pPr>
            <a:lvl4pPr>
              <a:defRPr sz="2550" b="1">
                <a:solidFill>
                  <a:srgbClr val="9E1B32"/>
                </a:solidFill>
                <a:latin typeface="Arial"/>
                <a:ea typeface="Arial"/>
                <a:cs typeface="Arial"/>
              </a:defRPr>
            </a:lvl4pPr>
            <a:lvl5pPr>
              <a:defRPr sz="2550" b="1">
                <a:solidFill>
                  <a:srgbClr val="9E1B32"/>
                </a:solidFill>
                <a:latin typeface="Arial"/>
                <a:ea typeface="Arial"/>
                <a:cs typeface="Arial"/>
              </a:defRPr>
            </a:lvl5pPr>
            <a:lvl6pPr>
              <a:defRPr sz="2550" b="1">
                <a:solidFill>
                  <a:srgbClr val="9E1B32"/>
                </a:solidFill>
                <a:latin typeface="Arial"/>
                <a:ea typeface="Arial"/>
                <a:cs typeface="Arial"/>
              </a:defRPr>
            </a:lvl6pPr>
            <a:lvl7pPr>
              <a:defRPr sz="2550" b="1">
                <a:solidFill>
                  <a:srgbClr val="9E1B32"/>
                </a:solidFill>
                <a:latin typeface="Arial"/>
                <a:ea typeface="Arial"/>
                <a:cs typeface="Arial"/>
              </a:defRPr>
            </a:lvl7pPr>
            <a:lvl8pPr>
              <a:defRPr sz="2550" b="1">
                <a:solidFill>
                  <a:srgbClr val="9E1B32"/>
                </a:solidFill>
                <a:latin typeface="Arial"/>
                <a:ea typeface="Arial"/>
                <a:cs typeface="Arial"/>
              </a:defRPr>
            </a:lvl8pPr>
            <a:lvl9pPr>
              <a:defRPr sz="2550" b="1">
                <a:solidFill>
                  <a:srgbClr val="9E1B32"/>
                </a:solidFill>
                <a:latin typeface="Arial"/>
                <a:ea typeface="Arial"/>
                <a:cs typeface="Arial"/>
              </a:defRPr>
            </a:lvl9pPr>
          </a:lstStyle>
          <a:p>
            <a:pPr>
              <a:defRPr sz="2550" b="1">
                <a:solidFill>
                  <a:srgbClr val="9E1B32"/>
                </a:solidFill>
                <a:latin typeface="Arial"/>
                <a:ea typeface="Arial"/>
                <a:cs typeface="Arial"/>
              </a:defRPr>
            </a:pPr>
            <a:r>
              <a:rPr sz="2550" b="1">
                <a:solidFill>
                  <a:srgbClr val="9E1B32"/>
                </a:solidFill>
                <a:latin typeface="Arial"/>
                <a:ea typeface="Arial"/>
                <a:cs typeface="Arial"/>
              </a:rPr>
              <a:t>≤102M words</a:t>
            </a:r>
          </a:p>
        </p:txBody>
      </p:sp>
      <p:sp>
        <p:nvSpPr>
          <p:cNvPr id="10" name="矩形 9">
            <a:extLst>
              <a:ext uri="{FF2B5EF4-FFF2-40B4-BE49-F238E27FC236}">
                <a16:creationId xmlns:a16="http://schemas.microsoft.com/office/drawing/2014/main" id="{E9A2B9D3-D72C-4392-879F-C050104FDB31}"/>
              </a:ext>
            </a:extLst>
          </p:cNvPr>
          <p:cNvSpPr>
            <a:spLocks noGrp="1"/>
          </p:cNvSpPr>
          <p:nvPr/>
        </p:nvSpPr>
        <p:spPr>
          <a:xfrm>
            <a:off x="4362450" y="2571750"/>
            <a:ext cx="2952750" cy="38100"/>
          </a:xfrm>
          <a:prstGeom prst="rect">
            <a:avLst/>
          </a:prstGeom>
          <a:solidFill>
            <a:srgbClr val="9E1B32"/>
          </a:solidFill>
          <a:ln w="0">
            <a:noFill/>
            <a:prstDash val="solid"/>
          </a:ln>
        </p:spPr>
      </p:sp>
      <p:sp>
        <p:nvSpPr>
          <p:cNvPr id="11" name="矩形 10">
            <a:extLst>
              <a:ext uri="{FF2B5EF4-FFF2-40B4-BE49-F238E27FC236}">
                <a16:creationId xmlns:a16="http://schemas.microsoft.com/office/drawing/2014/main" id="{575681C2-D55B-4D11-92AA-B58916CBB8B9}"/>
              </a:ext>
            </a:extLst>
          </p:cNvPr>
          <p:cNvSpPr>
            <a:spLocks noGrp="1"/>
          </p:cNvSpPr>
          <p:nvPr/>
        </p:nvSpPr>
        <p:spPr>
          <a:xfrm>
            <a:off x="4362450" y="2857500"/>
            <a:ext cx="3048000" cy="1381125"/>
          </a:xfrm>
          <a:prstGeom prst="rect">
            <a:avLst/>
          </a:prstGeom>
          <a:noFill/>
          <a:ln w="0">
            <a:noFill/>
            <a:prstDash val="solid"/>
          </a:ln>
        </p:spPr>
        <p:txBody>
          <a:bodyPr wrap="square" lIns="0" tIns="0" rIns="0" bIns="0">
            <a:normAutofit/>
          </a:bodyPr>
          <a:lstStyle>
            <a:defPPr>
              <a:defRPr sz="1500">
                <a:solidFill>
                  <a:srgbClr val="686E75"/>
                </a:solidFill>
                <a:latin typeface="Arial"/>
                <a:ea typeface="Arial"/>
                <a:cs typeface="Arial"/>
              </a:defRPr>
            </a:defPPr>
            <a:lvl1pPr>
              <a:defRPr sz="1500">
                <a:solidFill>
                  <a:srgbClr val="686E75"/>
                </a:solidFill>
                <a:latin typeface="Arial"/>
                <a:ea typeface="Arial"/>
                <a:cs typeface="Arial"/>
              </a:defRPr>
            </a:lvl1pPr>
            <a:lvl2pPr>
              <a:defRPr sz="1500">
                <a:solidFill>
                  <a:srgbClr val="686E75"/>
                </a:solidFill>
                <a:latin typeface="Arial"/>
                <a:ea typeface="Arial"/>
                <a:cs typeface="Arial"/>
              </a:defRPr>
            </a:lvl2pPr>
            <a:lvl3pPr>
              <a:defRPr sz="1500">
                <a:solidFill>
                  <a:srgbClr val="686E75"/>
                </a:solidFill>
                <a:latin typeface="Arial"/>
                <a:ea typeface="Arial"/>
                <a:cs typeface="Arial"/>
              </a:defRPr>
            </a:lvl3pPr>
            <a:lvl4pPr>
              <a:defRPr sz="1500">
                <a:solidFill>
                  <a:srgbClr val="686E75"/>
                </a:solidFill>
                <a:latin typeface="Arial"/>
                <a:ea typeface="Arial"/>
                <a:cs typeface="Arial"/>
              </a:defRPr>
            </a:lvl4pPr>
            <a:lvl5pPr>
              <a:defRPr sz="1500">
                <a:solidFill>
                  <a:srgbClr val="686E75"/>
                </a:solidFill>
                <a:latin typeface="Arial"/>
                <a:ea typeface="Arial"/>
                <a:cs typeface="Arial"/>
              </a:defRPr>
            </a:lvl5pPr>
            <a:lvl6pPr>
              <a:defRPr sz="1500">
                <a:solidFill>
                  <a:srgbClr val="686E75"/>
                </a:solidFill>
                <a:latin typeface="Arial"/>
                <a:ea typeface="Arial"/>
                <a:cs typeface="Arial"/>
              </a:defRPr>
            </a:lvl6pPr>
            <a:lvl7pPr>
              <a:defRPr sz="1500">
                <a:solidFill>
                  <a:srgbClr val="686E75"/>
                </a:solidFill>
                <a:latin typeface="Arial"/>
                <a:ea typeface="Arial"/>
                <a:cs typeface="Arial"/>
              </a:defRPr>
            </a:lvl7pPr>
            <a:lvl8pPr>
              <a:defRPr sz="1500">
                <a:solidFill>
                  <a:srgbClr val="686E75"/>
                </a:solidFill>
                <a:latin typeface="Arial"/>
                <a:ea typeface="Arial"/>
                <a:cs typeface="Arial"/>
              </a:defRPr>
            </a:lvl8pPr>
            <a:lvl9pPr>
              <a:defRPr sz="1500">
                <a:solidFill>
                  <a:srgbClr val="686E75"/>
                </a:solidFill>
                <a:latin typeface="Arial"/>
                <a:ea typeface="Arial"/>
                <a:cs typeface="Arial"/>
              </a:defRPr>
            </a:lvl9pPr>
          </a:lstStyle>
          <a:p>
            <a:pPr>
              <a:lnSpc>
                <a:spcPct val="113000"/>
              </a:lnSpc>
              <a:buNone/>
              <a:defRPr sz="1500">
                <a:solidFill>
                  <a:srgbClr val="686E75"/>
                </a:solidFill>
                <a:latin typeface="Arial"/>
                <a:ea typeface="Arial"/>
                <a:cs typeface="Arial"/>
              </a:defRPr>
            </a:pPr>
            <a:r>
              <a:rPr sz="1500">
                <a:solidFill>
                  <a:srgbClr val="686E75"/>
                </a:solidFill>
                <a:latin typeface="Arial"/>
                <a:ea typeface="Arial"/>
                <a:cs typeface="Arial"/>
              </a:rPr>
              <a:t>Official BabyBabelLM-derived corpus, or a self-compiled corpus measured with the same Jieba procedure</a:t>
            </a:r>
          </a:p>
        </p:txBody>
      </p:sp>
      <p:sp>
        <p:nvSpPr>
          <p:cNvPr id="12" name="矩形 11">
            <a:extLst>
              <a:ext uri="{FF2B5EF4-FFF2-40B4-BE49-F238E27FC236}">
                <a16:creationId xmlns:a16="http://schemas.microsoft.com/office/drawing/2014/main" id="{4CECD8E6-6B7A-4EDA-8AD0-1F2E031D5B26}"/>
              </a:ext>
            </a:extLst>
          </p:cNvPr>
          <p:cNvSpPr>
            <a:spLocks noGrp="1"/>
          </p:cNvSpPr>
          <p:nvPr/>
        </p:nvSpPr>
        <p:spPr>
          <a:xfrm>
            <a:off x="7496175" y="2105025"/>
            <a:ext cx="361950" cy="361950"/>
          </a:xfrm>
          <a:prstGeom prst="rect">
            <a:avLst/>
          </a:prstGeom>
          <a:noFill/>
          <a:ln w="0">
            <a:noFill/>
            <a:prstDash val="solid"/>
          </a:ln>
        </p:spPr>
        <p:txBody>
          <a:bodyPr wrap="square" lIns="0" tIns="0" rIns="0" bIns="0">
            <a:normAutofit/>
          </a:bodyPr>
          <a:lstStyle>
            <a:defPPr algn="ctr">
              <a:defRPr sz="2025" b="1">
                <a:solidFill>
                  <a:srgbClr val="A5A9AE"/>
                </a:solidFill>
                <a:latin typeface="Arial"/>
                <a:ea typeface="Arial"/>
                <a:cs typeface="Arial"/>
              </a:defRPr>
            </a:defPPr>
            <a:lvl1pPr algn="ctr">
              <a:defRPr sz="2025" b="1">
                <a:solidFill>
                  <a:srgbClr val="A5A9AE"/>
                </a:solidFill>
                <a:latin typeface="Arial"/>
                <a:ea typeface="Arial"/>
                <a:cs typeface="Arial"/>
              </a:defRPr>
            </a:lvl1pPr>
            <a:lvl2pPr algn="ctr">
              <a:defRPr sz="2025" b="1">
                <a:solidFill>
                  <a:srgbClr val="A5A9AE"/>
                </a:solidFill>
                <a:latin typeface="Arial"/>
                <a:ea typeface="Arial"/>
                <a:cs typeface="Arial"/>
              </a:defRPr>
            </a:lvl2pPr>
            <a:lvl3pPr algn="ctr">
              <a:defRPr sz="2025" b="1">
                <a:solidFill>
                  <a:srgbClr val="A5A9AE"/>
                </a:solidFill>
                <a:latin typeface="Arial"/>
                <a:ea typeface="Arial"/>
                <a:cs typeface="Arial"/>
              </a:defRPr>
            </a:lvl3pPr>
            <a:lvl4pPr algn="ctr">
              <a:defRPr sz="2025" b="1">
                <a:solidFill>
                  <a:srgbClr val="A5A9AE"/>
                </a:solidFill>
                <a:latin typeface="Arial"/>
                <a:ea typeface="Arial"/>
                <a:cs typeface="Arial"/>
              </a:defRPr>
            </a:lvl4pPr>
            <a:lvl5pPr algn="ctr">
              <a:defRPr sz="2025" b="1">
                <a:solidFill>
                  <a:srgbClr val="A5A9AE"/>
                </a:solidFill>
                <a:latin typeface="Arial"/>
                <a:ea typeface="Arial"/>
                <a:cs typeface="Arial"/>
              </a:defRPr>
            </a:lvl5pPr>
            <a:lvl6pPr algn="ctr">
              <a:defRPr sz="2025" b="1">
                <a:solidFill>
                  <a:srgbClr val="A5A9AE"/>
                </a:solidFill>
                <a:latin typeface="Arial"/>
                <a:ea typeface="Arial"/>
                <a:cs typeface="Arial"/>
              </a:defRPr>
            </a:lvl6pPr>
            <a:lvl7pPr algn="ctr">
              <a:defRPr sz="2025" b="1">
                <a:solidFill>
                  <a:srgbClr val="A5A9AE"/>
                </a:solidFill>
                <a:latin typeface="Arial"/>
                <a:ea typeface="Arial"/>
                <a:cs typeface="Arial"/>
              </a:defRPr>
            </a:lvl7pPr>
            <a:lvl8pPr algn="ctr">
              <a:defRPr sz="2025" b="1">
                <a:solidFill>
                  <a:srgbClr val="A5A9AE"/>
                </a:solidFill>
                <a:latin typeface="Arial"/>
                <a:ea typeface="Arial"/>
                <a:cs typeface="Arial"/>
              </a:defRPr>
            </a:lvl8pPr>
            <a:lvl9pPr algn="ctr">
              <a:defRPr sz="2025" b="1">
                <a:solidFill>
                  <a:srgbClr val="A5A9AE"/>
                </a:solidFill>
                <a:latin typeface="Arial"/>
                <a:ea typeface="Arial"/>
                <a:cs typeface="Arial"/>
              </a:defRPr>
            </a:lvl9pPr>
          </a:lstStyle>
          <a:p>
            <a:pPr algn="ctr">
              <a:defRPr sz="2025" b="1">
                <a:solidFill>
                  <a:srgbClr val="A5A9AE"/>
                </a:solidFill>
                <a:latin typeface="Arial"/>
                <a:ea typeface="Arial"/>
                <a:cs typeface="Arial"/>
              </a:defRPr>
            </a:pPr>
            <a:r>
              <a:rPr sz="2025" b="1">
                <a:solidFill>
                  <a:srgbClr val="A5A9AE"/>
                </a:solidFill>
                <a:latin typeface="Arial"/>
                <a:ea typeface="Arial"/>
                <a:cs typeface="Arial"/>
              </a:rPr>
              <a:t>&gt;</a:t>
            </a:r>
          </a:p>
        </p:txBody>
      </p:sp>
      <p:sp>
        <p:nvSpPr>
          <p:cNvPr id="13" name="矩形 12">
            <a:extLst>
              <a:ext uri="{FF2B5EF4-FFF2-40B4-BE49-F238E27FC236}">
                <a16:creationId xmlns:a16="http://schemas.microsoft.com/office/drawing/2014/main" id="{266EF228-620A-4E26-975E-9289E6D9386B}"/>
              </a:ext>
            </a:extLst>
          </p:cNvPr>
          <p:cNvSpPr>
            <a:spLocks noGrp="1"/>
          </p:cNvSpPr>
          <p:nvPr/>
        </p:nvSpPr>
        <p:spPr>
          <a:xfrm>
            <a:off x="8039100" y="1438275"/>
            <a:ext cx="3048000" cy="228600"/>
          </a:xfrm>
          <a:prstGeom prst="rect">
            <a:avLst/>
          </a:prstGeom>
          <a:noFill/>
          <a:ln w="0">
            <a:noFill/>
            <a:prstDash val="solid"/>
          </a:ln>
        </p:spPr>
        <p:txBody>
          <a:bodyPr wrap="square" lIns="0" tIns="0" rIns="0" bIns="0">
            <a:noAutofit/>
          </a:bodyPr>
          <a:lstStyle>
            <a:defPPr>
              <a:defRPr sz="1050" b="1">
                <a:solidFill>
                  <a:srgbClr val="C49A2C"/>
                </a:solidFill>
                <a:latin typeface="Arial"/>
                <a:ea typeface="Arial"/>
                <a:cs typeface="Arial"/>
              </a:defRPr>
            </a:defPPr>
            <a:lvl1pPr>
              <a:defRPr sz="1050" b="1">
                <a:solidFill>
                  <a:srgbClr val="C49A2C"/>
                </a:solidFill>
                <a:latin typeface="Arial"/>
                <a:ea typeface="Arial"/>
                <a:cs typeface="Arial"/>
              </a:defRPr>
            </a:lvl1pPr>
            <a:lvl2pPr>
              <a:defRPr sz="1050" b="1">
                <a:solidFill>
                  <a:srgbClr val="C49A2C"/>
                </a:solidFill>
                <a:latin typeface="Arial"/>
                <a:ea typeface="Arial"/>
                <a:cs typeface="Arial"/>
              </a:defRPr>
            </a:lvl2pPr>
            <a:lvl3pPr>
              <a:defRPr sz="1050" b="1">
                <a:solidFill>
                  <a:srgbClr val="C49A2C"/>
                </a:solidFill>
                <a:latin typeface="Arial"/>
                <a:ea typeface="Arial"/>
                <a:cs typeface="Arial"/>
              </a:defRPr>
            </a:lvl3pPr>
            <a:lvl4pPr>
              <a:defRPr sz="1050" b="1">
                <a:solidFill>
                  <a:srgbClr val="C49A2C"/>
                </a:solidFill>
                <a:latin typeface="Arial"/>
                <a:ea typeface="Arial"/>
                <a:cs typeface="Arial"/>
              </a:defRPr>
            </a:lvl4pPr>
            <a:lvl5pPr>
              <a:defRPr sz="1050" b="1">
                <a:solidFill>
                  <a:srgbClr val="C49A2C"/>
                </a:solidFill>
                <a:latin typeface="Arial"/>
                <a:ea typeface="Arial"/>
                <a:cs typeface="Arial"/>
              </a:defRPr>
            </a:lvl5pPr>
            <a:lvl6pPr>
              <a:defRPr sz="1050" b="1">
                <a:solidFill>
                  <a:srgbClr val="C49A2C"/>
                </a:solidFill>
                <a:latin typeface="Arial"/>
                <a:ea typeface="Arial"/>
                <a:cs typeface="Arial"/>
              </a:defRPr>
            </a:lvl6pPr>
            <a:lvl7pPr>
              <a:defRPr sz="1050" b="1">
                <a:solidFill>
                  <a:srgbClr val="C49A2C"/>
                </a:solidFill>
                <a:latin typeface="Arial"/>
                <a:ea typeface="Arial"/>
                <a:cs typeface="Arial"/>
              </a:defRPr>
            </a:lvl7pPr>
            <a:lvl8pPr>
              <a:defRPr sz="1050" b="1">
                <a:solidFill>
                  <a:srgbClr val="C49A2C"/>
                </a:solidFill>
                <a:latin typeface="Arial"/>
                <a:ea typeface="Arial"/>
                <a:cs typeface="Arial"/>
              </a:defRPr>
            </a:lvl8pPr>
            <a:lvl9pPr>
              <a:defRPr sz="1050" b="1">
                <a:solidFill>
                  <a:srgbClr val="C49A2C"/>
                </a:solidFill>
                <a:latin typeface="Arial"/>
                <a:ea typeface="Arial"/>
                <a:cs typeface="Arial"/>
              </a:defRPr>
            </a:lvl9pPr>
          </a:lstStyle>
          <a:p>
            <a:pPr>
              <a:defRPr sz="1050" b="1">
                <a:solidFill>
                  <a:srgbClr val="C49A2C"/>
                </a:solidFill>
                <a:latin typeface="Arial"/>
                <a:ea typeface="Arial"/>
                <a:cs typeface="Arial"/>
              </a:defRPr>
            </a:pPr>
            <a:r>
              <a:rPr sz="1050" b="1">
                <a:solidFill>
                  <a:srgbClr val="C49A2C"/>
                </a:solidFill>
                <a:latin typeface="Arial"/>
                <a:ea typeface="Arial"/>
                <a:cs typeface="Arial"/>
              </a:rPr>
              <a:t>MODEL TRAINING</a:t>
            </a:r>
          </a:p>
        </p:txBody>
      </p:sp>
      <p:sp>
        <p:nvSpPr>
          <p:cNvPr id="14" name="矩形 13">
            <a:extLst>
              <a:ext uri="{FF2B5EF4-FFF2-40B4-BE49-F238E27FC236}">
                <a16:creationId xmlns:a16="http://schemas.microsoft.com/office/drawing/2014/main" id="{0ABCC908-844C-4986-BFDA-6A5E16DB5491}"/>
              </a:ext>
            </a:extLst>
          </p:cNvPr>
          <p:cNvSpPr>
            <a:spLocks noGrp="1"/>
          </p:cNvSpPr>
          <p:nvPr/>
        </p:nvSpPr>
        <p:spPr>
          <a:xfrm>
            <a:off x="8039100" y="1857375"/>
            <a:ext cx="3048000" cy="523875"/>
          </a:xfrm>
          <a:prstGeom prst="rect">
            <a:avLst/>
          </a:prstGeom>
          <a:noFill/>
          <a:ln w="0">
            <a:noFill/>
            <a:prstDash val="solid"/>
          </a:ln>
        </p:spPr>
        <p:txBody>
          <a:bodyPr wrap="square" lIns="0" tIns="0" rIns="0" bIns="0">
            <a:normAutofit/>
          </a:bodyPr>
          <a:lstStyle>
            <a:defPPr>
              <a:defRPr sz="2550" b="1">
                <a:solidFill>
                  <a:srgbClr val="20242A"/>
                </a:solidFill>
                <a:latin typeface="Arial"/>
                <a:ea typeface="Arial"/>
                <a:cs typeface="Arial"/>
              </a:defRPr>
            </a:defPPr>
            <a:lvl1pPr>
              <a:defRPr sz="2550" b="1">
                <a:solidFill>
                  <a:srgbClr val="20242A"/>
                </a:solidFill>
                <a:latin typeface="Arial"/>
                <a:ea typeface="Arial"/>
                <a:cs typeface="Arial"/>
              </a:defRPr>
            </a:lvl1pPr>
            <a:lvl2pPr>
              <a:defRPr sz="2550" b="1">
                <a:solidFill>
                  <a:srgbClr val="20242A"/>
                </a:solidFill>
                <a:latin typeface="Arial"/>
                <a:ea typeface="Arial"/>
                <a:cs typeface="Arial"/>
              </a:defRPr>
            </a:lvl2pPr>
            <a:lvl3pPr>
              <a:defRPr sz="2550" b="1">
                <a:solidFill>
                  <a:srgbClr val="20242A"/>
                </a:solidFill>
                <a:latin typeface="Arial"/>
                <a:ea typeface="Arial"/>
                <a:cs typeface="Arial"/>
              </a:defRPr>
            </a:lvl3pPr>
            <a:lvl4pPr>
              <a:defRPr sz="2550" b="1">
                <a:solidFill>
                  <a:srgbClr val="20242A"/>
                </a:solidFill>
                <a:latin typeface="Arial"/>
                <a:ea typeface="Arial"/>
                <a:cs typeface="Arial"/>
              </a:defRPr>
            </a:lvl4pPr>
            <a:lvl5pPr>
              <a:defRPr sz="2550" b="1">
                <a:solidFill>
                  <a:srgbClr val="20242A"/>
                </a:solidFill>
                <a:latin typeface="Arial"/>
                <a:ea typeface="Arial"/>
                <a:cs typeface="Arial"/>
              </a:defRPr>
            </a:lvl5pPr>
            <a:lvl6pPr>
              <a:defRPr sz="2550" b="1">
                <a:solidFill>
                  <a:srgbClr val="20242A"/>
                </a:solidFill>
                <a:latin typeface="Arial"/>
                <a:ea typeface="Arial"/>
                <a:cs typeface="Arial"/>
              </a:defRPr>
            </a:lvl6pPr>
            <a:lvl7pPr>
              <a:defRPr sz="2550" b="1">
                <a:solidFill>
                  <a:srgbClr val="20242A"/>
                </a:solidFill>
                <a:latin typeface="Arial"/>
                <a:ea typeface="Arial"/>
                <a:cs typeface="Arial"/>
              </a:defRPr>
            </a:lvl7pPr>
            <a:lvl8pPr>
              <a:defRPr sz="2550" b="1">
                <a:solidFill>
                  <a:srgbClr val="20242A"/>
                </a:solidFill>
                <a:latin typeface="Arial"/>
                <a:ea typeface="Arial"/>
                <a:cs typeface="Arial"/>
              </a:defRPr>
            </a:lvl8pPr>
            <a:lvl9pPr>
              <a:defRPr sz="2550" b="1">
                <a:solidFill>
                  <a:srgbClr val="20242A"/>
                </a:solidFill>
                <a:latin typeface="Arial"/>
                <a:ea typeface="Arial"/>
                <a:cs typeface="Arial"/>
              </a:defRPr>
            </a:lvl9pPr>
          </a:lstStyle>
          <a:p>
            <a:pPr>
              <a:defRPr sz="2550" b="1">
                <a:solidFill>
                  <a:srgbClr val="20242A"/>
                </a:solidFill>
                <a:latin typeface="Arial"/>
                <a:ea typeface="Arial"/>
                <a:cs typeface="Arial"/>
              </a:defRPr>
            </a:pPr>
            <a:r>
              <a:rPr sz="2550" b="1">
                <a:solidFill>
                  <a:srgbClr val="20242A"/>
                </a:solidFill>
                <a:latin typeface="Arial"/>
                <a:ea typeface="Arial"/>
                <a:cs typeface="Arial"/>
              </a:rPr>
              <a:t>From scratch</a:t>
            </a:r>
          </a:p>
        </p:txBody>
      </p:sp>
      <p:sp>
        <p:nvSpPr>
          <p:cNvPr id="15" name="矩形 14">
            <a:extLst>
              <a:ext uri="{FF2B5EF4-FFF2-40B4-BE49-F238E27FC236}">
                <a16:creationId xmlns:a16="http://schemas.microsoft.com/office/drawing/2014/main" id="{4871660F-955D-4BA2-9F0E-BE8BE5D4A448}"/>
              </a:ext>
            </a:extLst>
          </p:cNvPr>
          <p:cNvSpPr>
            <a:spLocks noGrp="1"/>
          </p:cNvSpPr>
          <p:nvPr/>
        </p:nvSpPr>
        <p:spPr>
          <a:xfrm>
            <a:off x="8039100" y="2571750"/>
            <a:ext cx="2952750" cy="19050"/>
          </a:xfrm>
          <a:prstGeom prst="rect">
            <a:avLst/>
          </a:prstGeom>
          <a:solidFill>
            <a:srgbClr val="D9D7D2"/>
          </a:solidFill>
          <a:ln w="0">
            <a:noFill/>
            <a:prstDash val="solid"/>
          </a:ln>
        </p:spPr>
      </p:sp>
      <p:sp>
        <p:nvSpPr>
          <p:cNvPr id="16" name="矩形 15">
            <a:extLst>
              <a:ext uri="{FF2B5EF4-FFF2-40B4-BE49-F238E27FC236}">
                <a16:creationId xmlns:a16="http://schemas.microsoft.com/office/drawing/2014/main" id="{768ED1F1-23A0-4E2B-9C44-1511D6107BF4}"/>
              </a:ext>
            </a:extLst>
          </p:cNvPr>
          <p:cNvSpPr>
            <a:spLocks noGrp="1"/>
          </p:cNvSpPr>
          <p:nvPr/>
        </p:nvSpPr>
        <p:spPr>
          <a:xfrm>
            <a:off x="8039100" y="2857500"/>
            <a:ext cx="3048000" cy="1381125"/>
          </a:xfrm>
          <a:prstGeom prst="rect">
            <a:avLst/>
          </a:prstGeom>
          <a:noFill/>
          <a:ln w="0">
            <a:noFill/>
            <a:prstDash val="solid"/>
          </a:ln>
        </p:spPr>
        <p:txBody>
          <a:bodyPr wrap="square" lIns="0" tIns="0" rIns="0" bIns="0">
            <a:normAutofit/>
          </a:bodyPr>
          <a:lstStyle>
            <a:defPPr>
              <a:defRPr sz="1500">
                <a:solidFill>
                  <a:srgbClr val="686E75"/>
                </a:solidFill>
                <a:latin typeface="Arial"/>
                <a:ea typeface="Arial"/>
                <a:cs typeface="Arial"/>
              </a:defRPr>
            </a:defPPr>
            <a:lvl1pPr>
              <a:defRPr sz="1500">
                <a:solidFill>
                  <a:srgbClr val="686E75"/>
                </a:solidFill>
                <a:latin typeface="Arial"/>
                <a:ea typeface="Arial"/>
                <a:cs typeface="Arial"/>
              </a:defRPr>
            </a:lvl1pPr>
            <a:lvl2pPr>
              <a:defRPr sz="1500">
                <a:solidFill>
                  <a:srgbClr val="686E75"/>
                </a:solidFill>
                <a:latin typeface="Arial"/>
                <a:ea typeface="Arial"/>
                <a:cs typeface="Arial"/>
              </a:defRPr>
            </a:lvl2pPr>
            <a:lvl3pPr>
              <a:defRPr sz="1500">
                <a:solidFill>
                  <a:srgbClr val="686E75"/>
                </a:solidFill>
                <a:latin typeface="Arial"/>
                <a:ea typeface="Arial"/>
                <a:cs typeface="Arial"/>
              </a:defRPr>
            </a:lvl3pPr>
            <a:lvl4pPr>
              <a:defRPr sz="1500">
                <a:solidFill>
                  <a:srgbClr val="686E75"/>
                </a:solidFill>
                <a:latin typeface="Arial"/>
                <a:ea typeface="Arial"/>
                <a:cs typeface="Arial"/>
              </a:defRPr>
            </a:lvl4pPr>
            <a:lvl5pPr>
              <a:defRPr sz="1500">
                <a:solidFill>
                  <a:srgbClr val="686E75"/>
                </a:solidFill>
                <a:latin typeface="Arial"/>
                <a:ea typeface="Arial"/>
                <a:cs typeface="Arial"/>
              </a:defRPr>
            </a:lvl5pPr>
            <a:lvl6pPr>
              <a:defRPr sz="1500">
                <a:solidFill>
                  <a:srgbClr val="686E75"/>
                </a:solidFill>
                <a:latin typeface="Arial"/>
                <a:ea typeface="Arial"/>
                <a:cs typeface="Arial"/>
              </a:defRPr>
            </a:lvl6pPr>
            <a:lvl7pPr>
              <a:defRPr sz="1500">
                <a:solidFill>
                  <a:srgbClr val="686E75"/>
                </a:solidFill>
                <a:latin typeface="Arial"/>
                <a:ea typeface="Arial"/>
                <a:cs typeface="Arial"/>
              </a:defRPr>
            </a:lvl7pPr>
            <a:lvl8pPr>
              <a:defRPr sz="1500">
                <a:solidFill>
                  <a:srgbClr val="686E75"/>
                </a:solidFill>
                <a:latin typeface="Arial"/>
                <a:ea typeface="Arial"/>
                <a:cs typeface="Arial"/>
              </a:defRPr>
            </a:lvl8pPr>
            <a:lvl9pPr>
              <a:defRPr sz="1500">
                <a:solidFill>
                  <a:srgbClr val="686E75"/>
                </a:solidFill>
                <a:latin typeface="Arial"/>
                <a:ea typeface="Arial"/>
                <a:cs typeface="Arial"/>
              </a:defRPr>
            </a:lvl9pPr>
          </a:lstStyle>
          <a:p>
            <a:pPr>
              <a:lnSpc>
                <a:spcPct val="113000"/>
              </a:lnSpc>
              <a:buNone/>
              <a:defRPr sz="1500">
                <a:solidFill>
                  <a:srgbClr val="686E75"/>
                </a:solidFill>
                <a:latin typeface="Arial"/>
                <a:ea typeface="Arial"/>
                <a:cs typeface="Arial"/>
              </a:defRPr>
            </a:pPr>
            <a:r>
              <a:rPr sz="1500">
                <a:solidFill>
                  <a:srgbClr val="686E75"/>
                </a:solidFill>
                <a:latin typeface="Arial"/>
                <a:ea typeface="Arial"/>
                <a:cs typeface="Arial"/>
              </a:rPr>
              <a:t>Random initialization only. No pretrained checkpoints and no distillation from existing large models</a:t>
            </a:r>
          </a:p>
        </p:txBody>
      </p:sp>
      <p:sp>
        <p:nvSpPr>
          <p:cNvPr id="17" name="矩形 16">
            <a:extLst>
              <a:ext uri="{FF2B5EF4-FFF2-40B4-BE49-F238E27FC236}">
                <a16:creationId xmlns:a16="http://schemas.microsoft.com/office/drawing/2014/main" id="{99474767-5F5A-4D73-BEB8-4C47697D3ACA}"/>
              </a:ext>
            </a:extLst>
          </p:cNvPr>
          <p:cNvSpPr>
            <a:spLocks noGrp="1"/>
          </p:cNvSpPr>
          <p:nvPr/>
        </p:nvSpPr>
        <p:spPr>
          <a:xfrm>
            <a:off x="685800" y="4591050"/>
            <a:ext cx="10820400" cy="19050"/>
          </a:xfrm>
          <a:prstGeom prst="rect">
            <a:avLst/>
          </a:prstGeom>
          <a:solidFill>
            <a:srgbClr val="D9D7D2"/>
          </a:solidFill>
          <a:ln w="0">
            <a:noFill/>
            <a:prstDash val="solid"/>
          </a:ln>
        </p:spPr>
      </p:sp>
      <p:sp>
        <p:nvSpPr>
          <p:cNvPr id="18" name="矩形 17">
            <a:extLst>
              <a:ext uri="{FF2B5EF4-FFF2-40B4-BE49-F238E27FC236}">
                <a16:creationId xmlns:a16="http://schemas.microsoft.com/office/drawing/2014/main" id="{F16A3E2B-22E5-4800-86D9-9BD395FED233}"/>
              </a:ext>
            </a:extLst>
          </p:cNvPr>
          <p:cNvSpPr>
            <a:spLocks noGrp="1"/>
          </p:cNvSpPr>
          <p:nvPr/>
        </p:nvSpPr>
        <p:spPr>
          <a:xfrm>
            <a:off x="685800" y="4867275"/>
            <a:ext cx="2095500" cy="228600"/>
          </a:xfrm>
          <a:prstGeom prst="rect">
            <a:avLst/>
          </a:prstGeom>
          <a:noFill/>
          <a:ln w="0">
            <a:noFill/>
            <a:prstDash val="solid"/>
          </a:ln>
        </p:spPr>
        <p:txBody>
          <a:bodyPr wrap="square" lIns="0" tIns="0" rIns="0" bIns="0">
            <a:noAutofit/>
          </a:bodyPr>
          <a:lstStyle>
            <a:defPPr>
              <a:defRPr sz="1050" b="1">
                <a:solidFill>
                  <a:srgbClr val="C49A2C"/>
                </a:solidFill>
                <a:latin typeface="Arial"/>
                <a:ea typeface="Arial"/>
                <a:cs typeface="Arial"/>
              </a:defRPr>
            </a:defPPr>
            <a:lvl1pPr>
              <a:defRPr sz="1050" b="1">
                <a:solidFill>
                  <a:srgbClr val="C49A2C"/>
                </a:solidFill>
                <a:latin typeface="Arial"/>
                <a:ea typeface="Arial"/>
                <a:cs typeface="Arial"/>
              </a:defRPr>
            </a:lvl1pPr>
            <a:lvl2pPr>
              <a:defRPr sz="1050" b="1">
                <a:solidFill>
                  <a:srgbClr val="C49A2C"/>
                </a:solidFill>
                <a:latin typeface="Arial"/>
                <a:ea typeface="Arial"/>
                <a:cs typeface="Arial"/>
              </a:defRPr>
            </a:lvl2pPr>
            <a:lvl3pPr>
              <a:defRPr sz="1050" b="1">
                <a:solidFill>
                  <a:srgbClr val="C49A2C"/>
                </a:solidFill>
                <a:latin typeface="Arial"/>
                <a:ea typeface="Arial"/>
                <a:cs typeface="Arial"/>
              </a:defRPr>
            </a:lvl3pPr>
            <a:lvl4pPr>
              <a:defRPr sz="1050" b="1">
                <a:solidFill>
                  <a:srgbClr val="C49A2C"/>
                </a:solidFill>
                <a:latin typeface="Arial"/>
                <a:ea typeface="Arial"/>
                <a:cs typeface="Arial"/>
              </a:defRPr>
            </a:lvl4pPr>
            <a:lvl5pPr>
              <a:defRPr sz="1050" b="1">
                <a:solidFill>
                  <a:srgbClr val="C49A2C"/>
                </a:solidFill>
                <a:latin typeface="Arial"/>
                <a:ea typeface="Arial"/>
                <a:cs typeface="Arial"/>
              </a:defRPr>
            </a:lvl5pPr>
            <a:lvl6pPr>
              <a:defRPr sz="1050" b="1">
                <a:solidFill>
                  <a:srgbClr val="C49A2C"/>
                </a:solidFill>
                <a:latin typeface="Arial"/>
                <a:ea typeface="Arial"/>
                <a:cs typeface="Arial"/>
              </a:defRPr>
            </a:lvl6pPr>
            <a:lvl7pPr>
              <a:defRPr sz="1050" b="1">
                <a:solidFill>
                  <a:srgbClr val="C49A2C"/>
                </a:solidFill>
                <a:latin typeface="Arial"/>
                <a:ea typeface="Arial"/>
                <a:cs typeface="Arial"/>
              </a:defRPr>
            </a:lvl7pPr>
            <a:lvl8pPr>
              <a:defRPr sz="1050" b="1">
                <a:solidFill>
                  <a:srgbClr val="C49A2C"/>
                </a:solidFill>
                <a:latin typeface="Arial"/>
                <a:ea typeface="Arial"/>
                <a:cs typeface="Arial"/>
              </a:defRPr>
            </a:lvl8pPr>
            <a:lvl9pPr>
              <a:defRPr sz="1050" b="1">
                <a:solidFill>
                  <a:srgbClr val="C49A2C"/>
                </a:solidFill>
                <a:latin typeface="Arial"/>
                <a:ea typeface="Arial"/>
                <a:cs typeface="Arial"/>
              </a:defRPr>
            </a:lvl9pPr>
          </a:lstStyle>
          <a:p>
            <a:pPr>
              <a:defRPr sz="1050" b="1">
                <a:solidFill>
                  <a:srgbClr val="C49A2C"/>
                </a:solidFill>
                <a:latin typeface="Arial"/>
                <a:ea typeface="Arial"/>
                <a:cs typeface="Arial"/>
              </a:defRPr>
            </a:pPr>
            <a:r>
              <a:rPr sz="1050" b="1">
                <a:solidFill>
                  <a:srgbClr val="C49A2C"/>
                </a:solidFill>
                <a:latin typeface="Arial"/>
                <a:ea typeface="Arial"/>
                <a:cs typeface="Arial"/>
              </a:rPr>
              <a:t>OPEN DESIGN SPACE</a:t>
            </a:r>
          </a:p>
        </p:txBody>
      </p:sp>
      <p:sp>
        <p:nvSpPr>
          <p:cNvPr id="19" name="矩形 18">
            <a:extLst>
              <a:ext uri="{FF2B5EF4-FFF2-40B4-BE49-F238E27FC236}">
                <a16:creationId xmlns:a16="http://schemas.microsoft.com/office/drawing/2014/main" id="{AF3D33F9-10DB-43AC-917B-6892B1D0EAF8}"/>
              </a:ext>
            </a:extLst>
          </p:cNvPr>
          <p:cNvSpPr>
            <a:spLocks noGrp="1"/>
          </p:cNvSpPr>
          <p:nvPr/>
        </p:nvSpPr>
        <p:spPr>
          <a:xfrm>
            <a:off x="685800" y="5276850"/>
            <a:ext cx="2381250" cy="361950"/>
          </a:xfrm>
          <a:prstGeom prst="rect">
            <a:avLst/>
          </a:prstGeom>
          <a:noFill/>
          <a:ln w="0">
            <a:noFill/>
            <a:prstDash val="solid"/>
          </a:ln>
        </p:spPr>
        <p:txBody>
          <a:bodyPr wrap="square" lIns="0" tIns="0" rIns="0" bIns="0">
            <a:normAutofit/>
          </a:bodyPr>
          <a:lstStyle>
            <a:defPPr algn="ctr">
              <a:defRPr sz="1800" b="1">
                <a:solidFill>
                  <a:srgbClr val="233342"/>
                </a:solidFill>
                <a:latin typeface="Arial"/>
                <a:ea typeface="Arial"/>
                <a:cs typeface="Arial"/>
              </a:defRPr>
            </a:defPPr>
            <a:lvl1pPr algn="ctr">
              <a:defRPr sz="1800" b="1">
                <a:solidFill>
                  <a:srgbClr val="233342"/>
                </a:solidFill>
                <a:latin typeface="Arial"/>
                <a:ea typeface="Arial"/>
                <a:cs typeface="Arial"/>
              </a:defRPr>
            </a:lvl1pPr>
            <a:lvl2pPr algn="ctr">
              <a:defRPr sz="1800" b="1">
                <a:solidFill>
                  <a:srgbClr val="233342"/>
                </a:solidFill>
                <a:latin typeface="Arial"/>
                <a:ea typeface="Arial"/>
                <a:cs typeface="Arial"/>
              </a:defRPr>
            </a:lvl2pPr>
            <a:lvl3pPr algn="ctr">
              <a:defRPr sz="1800" b="1">
                <a:solidFill>
                  <a:srgbClr val="233342"/>
                </a:solidFill>
                <a:latin typeface="Arial"/>
                <a:ea typeface="Arial"/>
                <a:cs typeface="Arial"/>
              </a:defRPr>
            </a:lvl3pPr>
            <a:lvl4pPr algn="ctr">
              <a:defRPr sz="1800" b="1">
                <a:solidFill>
                  <a:srgbClr val="233342"/>
                </a:solidFill>
                <a:latin typeface="Arial"/>
                <a:ea typeface="Arial"/>
                <a:cs typeface="Arial"/>
              </a:defRPr>
            </a:lvl4pPr>
            <a:lvl5pPr algn="ctr">
              <a:defRPr sz="1800" b="1">
                <a:solidFill>
                  <a:srgbClr val="233342"/>
                </a:solidFill>
                <a:latin typeface="Arial"/>
                <a:ea typeface="Arial"/>
                <a:cs typeface="Arial"/>
              </a:defRPr>
            </a:lvl5pPr>
            <a:lvl6pPr algn="ctr">
              <a:defRPr sz="1800" b="1">
                <a:solidFill>
                  <a:srgbClr val="233342"/>
                </a:solidFill>
                <a:latin typeface="Arial"/>
                <a:ea typeface="Arial"/>
                <a:cs typeface="Arial"/>
              </a:defRPr>
            </a:lvl6pPr>
            <a:lvl7pPr algn="ctr">
              <a:defRPr sz="1800" b="1">
                <a:solidFill>
                  <a:srgbClr val="233342"/>
                </a:solidFill>
                <a:latin typeface="Arial"/>
                <a:ea typeface="Arial"/>
                <a:cs typeface="Arial"/>
              </a:defRPr>
            </a:lvl7pPr>
            <a:lvl8pPr algn="ctr">
              <a:defRPr sz="1800" b="1">
                <a:solidFill>
                  <a:srgbClr val="233342"/>
                </a:solidFill>
                <a:latin typeface="Arial"/>
                <a:ea typeface="Arial"/>
                <a:cs typeface="Arial"/>
              </a:defRPr>
            </a:lvl8pPr>
            <a:lvl9pPr algn="ctr">
              <a:defRPr sz="1800" b="1">
                <a:solidFill>
                  <a:srgbClr val="233342"/>
                </a:solidFill>
                <a:latin typeface="Arial"/>
                <a:ea typeface="Arial"/>
                <a:cs typeface="Arial"/>
              </a:defRPr>
            </a:lvl9pPr>
          </a:lstStyle>
          <a:p>
            <a:pPr algn="ctr">
              <a:defRPr sz="1800" b="1">
                <a:solidFill>
                  <a:srgbClr val="233342"/>
                </a:solidFill>
                <a:latin typeface="Arial"/>
                <a:ea typeface="Arial"/>
                <a:cs typeface="Arial"/>
              </a:defRPr>
            </a:pPr>
            <a:r>
              <a:rPr sz="1800" b="1">
                <a:solidFill>
                  <a:srgbClr val="233342"/>
                </a:solidFill>
                <a:latin typeface="Arial"/>
                <a:ea typeface="Arial"/>
                <a:cs typeface="Arial"/>
              </a:rPr>
              <a:t>Tokenizer</a:t>
            </a:r>
          </a:p>
        </p:txBody>
      </p:sp>
      <p:sp>
        <p:nvSpPr>
          <p:cNvPr id="20" name="矩形 19">
            <a:extLst>
              <a:ext uri="{FF2B5EF4-FFF2-40B4-BE49-F238E27FC236}">
                <a16:creationId xmlns:a16="http://schemas.microsoft.com/office/drawing/2014/main" id="{F1DA77EB-E559-4990-8702-1FFA296B5FB1}"/>
              </a:ext>
            </a:extLst>
          </p:cNvPr>
          <p:cNvSpPr>
            <a:spLocks noGrp="1"/>
          </p:cNvSpPr>
          <p:nvPr/>
        </p:nvSpPr>
        <p:spPr>
          <a:xfrm>
            <a:off x="3257550" y="5267325"/>
            <a:ext cx="19050" cy="419100"/>
          </a:xfrm>
          <a:prstGeom prst="rect">
            <a:avLst/>
          </a:prstGeom>
          <a:solidFill>
            <a:srgbClr val="D9D7D2"/>
          </a:solidFill>
          <a:ln w="0">
            <a:noFill/>
            <a:prstDash val="solid"/>
          </a:ln>
        </p:spPr>
      </p:sp>
      <p:sp>
        <p:nvSpPr>
          <p:cNvPr id="21" name="矩形 20">
            <a:extLst>
              <a:ext uri="{FF2B5EF4-FFF2-40B4-BE49-F238E27FC236}">
                <a16:creationId xmlns:a16="http://schemas.microsoft.com/office/drawing/2014/main" id="{B627E417-303F-4871-9D55-BA94BEDC11D9}"/>
              </a:ext>
            </a:extLst>
          </p:cNvPr>
          <p:cNvSpPr>
            <a:spLocks noGrp="1"/>
          </p:cNvSpPr>
          <p:nvPr/>
        </p:nvSpPr>
        <p:spPr>
          <a:xfrm>
            <a:off x="3390900" y="5276850"/>
            <a:ext cx="2381250" cy="361950"/>
          </a:xfrm>
          <a:prstGeom prst="rect">
            <a:avLst/>
          </a:prstGeom>
          <a:noFill/>
          <a:ln w="0">
            <a:noFill/>
            <a:prstDash val="solid"/>
          </a:ln>
        </p:spPr>
        <p:txBody>
          <a:bodyPr wrap="square" lIns="0" tIns="0" rIns="0" bIns="0">
            <a:normAutofit/>
          </a:bodyPr>
          <a:lstStyle>
            <a:defPPr algn="ctr">
              <a:defRPr sz="1800" b="1">
                <a:solidFill>
                  <a:srgbClr val="233342"/>
                </a:solidFill>
                <a:latin typeface="Arial"/>
                <a:ea typeface="Arial"/>
                <a:cs typeface="Arial"/>
              </a:defRPr>
            </a:defPPr>
            <a:lvl1pPr algn="ctr">
              <a:defRPr sz="1800" b="1">
                <a:solidFill>
                  <a:srgbClr val="233342"/>
                </a:solidFill>
                <a:latin typeface="Arial"/>
                <a:ea typeface="Arial"/>
                <a:cs typeface="Arial"/>
              </a:defRPr>
            </a:lvl1pPr>
            <a:lvl2pPr algn="ctr">
              <a:defRPr sz="1800" b="1">
                <a:solidFill>
                  <a:srgbClr val="233342"/>
                </a:solidFill>
                <a:latin typeface="Arial"/>
                <a:ea typeface="Arial"/>
                <a:cs typeface="Arial"/>
              </a:defRPr>
            </a:lvl2pPr>
            <a:lvl3pPr algn="ctr">
              <a:defRPr sz="1800" b="1">
                <a:solidFill>
                  <a:srgbClr val="233342"/>
                </a:solidFill>
                <a:latin typeface="Arial"/>
                <a:ea typeface="Arial"/>
                <a:cs typeface="Arial"/>
              </a:defRPr>
            </a:lvl3pPr>
            <a:lvl4pPr algn="ctr">
              <a:defRPr sz="1800" b="1">
                <a:solidFill>
                  <a:srgbClr val="233342"/>
                </a:solidFill>
                <a:latin typeface="Arial"/>
                <a:ea typeface="Arial"/>
                <a:cs typeface="Arial"/>
              </a:defRPr>
            </a:lvl4pPr>
            <a:lvl5pPr algn="ctr">
              <a:defRPr sz="1800" b="1">
                <a:solidFill>
                  <a:srgbClr val="233342"/>
                </a:solidFill>
                <a:latin typeface="Arial"/>
                <a:ea typeface="Arial"/>
                <a:cs typeface="Arial"/>
              </a:defRPr>
            </a:lvl5pPr>
            <a:lvl6pPr algn="ctr">
              <a:defRPr sz="1800" b="1">
                <a:solidFill>
                  <a:srgbClr val="233342"/>
                </a:solidFill>
                <a:latin typeface="Arial"/>
                <a:ea typeface="Arial"/>
                <a:cs typeface="Arial"/>
              </a:defRPr>
            </a:lvl6pPr>
            <a:lvl7pPr algn="ctr">
              <a:defRPr sz="1800" b="1">
                <a:solidFill>
                  <a:srgbClr val="233342"/>
                </a:solidFill>
                <a:latin typeface="Arial"/>
                <a:ea typeface="Arial"/>
                <a:cs typeface="Arial"/>
              </a:defRPr>
            </a:lvl7pPr>
            <a:lvl8pPr algn="ctr">
              <a:defRPr sz="1800" b="1">
                <a:solidFill>
                  <a:srgbClr val="233342"/>
                </a:solidFill>
                <a:latin typeface="Arial"/>
                <a:ea typeface="Arial"/>
                <a:cs typeface="Arial"/>
              </a:defRPr>
            </a:lvl8pPr>
            <a:lvl9pPr algn="ctr">
              <a:defRPr sz="1800" b="1">
                <a:solidFill>
                  <a:srgbClr val="233342"/>
                </a:solidFill>
                <a:latin typeface="Arial"/>
                <a:ea typeface="Arial"/>
                <a:cs typeface="Arial"/>
              </a:defRPr>
            </a:lvl9pPr>
          </a:lstStyle>
          <a:p>
            <a:pPr algn="ctr">
              <a:defRPr sz="1800" b="1">
                <a:solidFill>
                  <a:srgbClr val="233342"/>
                </a:solidFill>
                <a:latin typeface="Arial"/>
                <a:ea typeface="Arial"/>
                <a:cs typeface="Arial"/>
              </a:defRPr>
            </a:pPr>
            <a:r>
              <a:rPr sz="1800" b="1">
                <a:solidFill>
                  <a:srgbClr val="233342"/>
                </a:solidFill>
                <a:latin typeface="Arial"/>
                <a:ea typeface="Arial"/>
                <a:cs typeface="Arial"/>
              </a:rPr>
              <a:t>Architecture</a:t>
            </a:r>
          </a:p>
        </p:txBody>
      </p:sp>
      <p:sp>
        <p:nvSpPr>
          <p:cNvPr id="22" name="矩形 21">
            <a:extLst>
              <a:ext uri="{FF2B5EF4-FFF2-40B4-BE49-F238E27FC236}">
                <a16:creationId xmlns:a16="http://schemas.microsoft.com/office/drawing/2014/main" id="{16D3523F-7B6A-40D9-A945-71B1CC00CB5D}"/>
              </a:ext>
            </a:extLst>
          </p:cNvPr>
          <p:cNvSpPr>
            <a:spLocks noGrp="1"/>
          </p:cNvSpPr>
          <p:nvPr/>
        </p:nvSpPr>
        <p:spPr>
          <a:xfrm>
            <a:off x="5962650" y="5267325"/>
            <a:ext cx="19050" cy="419100"/>
          </a:xfrm>
          <a:prstGeom prst="rect">
            <a:avLst/>
          </a:prstGeom>
          <a:solidFill>
            <a:srgbClr val="D9D7D2"/>
          </a:solidFill>
          <a:ln w="0">
            <a:noFill/>
            <a:prstDash val="solid"/>
          </a:ln>
        </p:spPr>
      </p:sp>
      <p:sp>
        <p:nvSpPr>
          <p:cNvPr id="23" name="矩形 22">
            <a:extLst>
              <a:ext uri="{FF2B5EF4-FFF2-40B4-BE49-F238E27FC236}">
                <a16:creationId xmlns:a16="http://schemas.microsoft.com/office/drawing/2014/main" id="{F16B5694-4D89-4865-93E3-56D6B6408A69}"/>
              </a:ext>
            </a:extLst>
          </p:cNvPr>
          <p:cNvSpPr>
            <a:spLocks noGrp="1"/>
          </p:cNvSpPr>
          <p:nvPr/>
        </p:nvSpPr>
        <p:spPr>
          <a:xfrm>
            <a:off x="6096000" y="5276850"/>
            <a:ext cx="2381250" cy="361950"/>
          </a:xfrm>
          <a:prstGeom prst="rect">
            <a:avLst/>
          </a:prstGeom>
          <a:noFill/>
          <a:ln w="0">
            <a:noFill/>
            <a:prstDash val="solid"/>
          </a:ln>
        </p:spPr>
        <p:txBody>
          <a:bodyPr wrap="square" lIns="0" tIns="0" rIns="0" bIns="0">
            <a:normAutofit/>
          </a:bodyPr>
          <a:lstStyle>
            <a:defPPr algn="ctr">
              <a:defRPr sz="1800" b="1">
                <a:solidFill>
                  <a:srgbClr val="233342"/>
                </a:solidFill>
                <a:latin typeface="Arial"/>
                <a:ea typeface="Arial"/>
                <a:cs typeface="Arial"/>
              </a:defRPr>
            </a:defPPr>
            <a:lvl1pPr algn="ctr">
              <a:defRPr sz="1800" b="1">
                <a:solidFill>
                  <a:srgbClr val="233342"/>
                </a:solidFill>
                <a:latin typeface="Arial"/>
                <a:ea typeface="Arial"/>
                <a:cs typeface="Arial"/>
              </a:defRPr>
            </a:lvl1pPr>
            <a:lvl2pPr algn="ctr">
              <a:defRPr sz="1800" b="1">
                <a:solidFill>
                  <a:srgbClr val="233342"/>
                </a:solidFill>
                <a:latin typeface="Arial"/>
                <a:ea typeface="Arial"/>
                <a:cs typeface="Arial"/>
              </a:defRPr>
            </a:lvl2pPr>
            <a:lvl3pPr algn="ctr">
              <a:defRPr sz="1800" b="1">
                <a:solidFill>
                  <a:srgbClr val="233342"/>
                </a:solidFill>
                <a:latin typeface="Arial"/>
                <a:ea typeface="Arial"/>
                <a:cs typeface="Arial"/>
              </a:defRPr>
            </a:lvl3pPr>
            <a:lvl4pPr algn="ctr">
              <a:defRPr sz="1800" b="1">
                <a:solidFill>
                  <a:srgbClr val="233342"/>
                </a:solidFill>
                <a:latin typeface="Arial"/>
                <a:ea typeface="Arial"/>
                <a:cs typeface="Arial"/>
              </a:defRPr>
            </a:lvl4pPr>
            <a:lvl5pPr algn="ctr">
              <a:defRPr sz="1800" b="1">
                <a:solidFill>
                  <a:srgbClr val="233342"/>
                </a:solidFill>
                <a:latin typeface="Arial"/>
                <a:ea typeface="Arial"/>
                <a:cs typeface="Arial"/>
              </a:defRPr>
            </a:lvl5pPr>
            <a:lvl6pPr algn="ctr">
              <a:defRPr sz="1800" b="1">
                <a:solidFill>
                  <a:srgbClr val="233342"/>
                </a:solidFill>
                <a:latin typeface="Arial"/>
                <a:ea typeface="Arial"/>
                <a:cs typeface="Arial"/>
              </a:defRPr>
            </a:lvl6pPr>
            <a:lvl7pPr algn="ctr">
              <a:defRPr sz="1800" b="1">
                <a:solidFill>
                  <a:srgbClr val="233342"/>
                </a:solidFill>
                <a:latin typeface="Arial"/>
                <a:ea typeface="Arial"/>
                <a:cs typeface="Arial"/>
              </a:defRPr>
            </a:lvl7pPr>
            <a:lvl8pPr algn="ctr">
              <a:defRPr sz="1800" b="1">
                <a:solidFill>
                  <a:srgbClr val="233342"/>
                </a:solidFill>
                <a:latin typeface="Arial"/>
                <a:ea typeface="Arial"/>
                <a:cs typeface="Arial"/>
              </a:defRPr>
            </a:lvl8pPr>
            <a:lvl9pPr algn="ctr">
              <a:defRPr sz="1800" b="1">
                <a:solidFill>
                  <a:srgbClr val="233342"/>
                </a:solidFill>
                <a:latin typeface="Arial"/>
                <a:ea typeface="Arial"/>
                <a:cs typeface="Arial"/>
              </a:defRPr>
            </a:lvl9pPr>
          </a:lstStyle>
          <a:p>
            <a:pPr algn="ctr">
              <a:defRPr sz="1800" b="1">
                <a:solidFill>
                  <a:srgbClr val="233342"/>
                </a:solidFill>
                <a:latin typeface="Arial"/>
                <a:ea typeface="Arial"/>
                <a:cs typeface="Arial"/>
              </a:defRPr>
            </a:pPr>
            <a:r>
              <a:rPr sz="1800" b="1">
                <a:solidFill>
                  <a:srgbClr val="233342"/>
                </a:solidFill>
                <a:latin typeface="Arial"/>
                <a:ea typeface="Arial"/>
                <a:cs typeface="Arial"/>
              </a:rPr>
              <a:t>Epochs</a:t>
            </a:r>
          </a:p>
        </p:txBody>
      </p:sp>
      <p:sp>
        <p:nvSpPr>
          <p:cNvPr id="24" name="矩形 23">
            <a:extLst>
              <a:ext uri="{FF2B5EF4-FFF2-40B4-BE49-F238E27FC236}">
                <a16:creationId xmlns:a16="http://schemas.microsoft.com/office/drawing/2014/main" id="{916C93AC-9EE6-4A57-B5C6-25BFC8548C63}"/>
              </a:ext>
            </a:extLst>
          </p:cNvPr>
          <p:cNvSpPr>
            <a:spLocks noGrp="1"/>
          </p:cNvSpPr>
          <p:nvPr/>
        </p:nvSpPr>
        <p:spPr>
          <a:xfrm>
            <a:off x="8667750" y="5267325"/>
            <a:ext cx="19050" cy="419100"/>
          </a:xfrm>
          <a:prstGeom prst="rect">
            <a:avLst/>
          </a:prstGeom>
          <a:solidFill>
            <a:srgbClr val="D9D7D2"/>
          </a:solidFill>
          <a:ln w="0">
            <a:noFill/>
            <a:prstDash val="solid"/>
          </a:ln>
        </p:spPr>
      </p:sp>
      <p:sp>
        <p:nvSpPr>
          <p:cNvPr id="25" name="矩形 24">
            <a:extLst>
              <a:ext uri="{FF2B5EF4-FFF2-40B4-BE49-F238E27FC236}">
                <a16:creationId xmlns:a16="http://schemas.microsoft.com/office/drawing/2014/main" id="{E6D9E181-1EC7-4028-A690-6319051C4F4E}"/>
              </a:ext>
            </a:extLst>
          </p:cNvPr>
          <p:cNvSpPr>
            <a:spLocks noGrp="1"/>
          </p:cNvSpPr>
          <p:nvPr/>
        </p:nvSpPr>
        <p:spPr>
          <a:xfrm>
            <a:off x="8801100" y="5276850"/>
            <a:ext cx="2381250" cy="361950"/>
          </a:xfrm>
          <a:prstGeom prst="rect">
            <a:avLst/>
          </a:prstGeom>
          <a:noFill/>
          <a:ln w="0">
            <a:noFill/>
            <a:prstDash val="solid"/>
          </a:ln>
        </p:spPr>
        <p:txBody>
          <a:bodyPr wrap="square" lIns="0" tIns="0" rIns="0" bIns="0">
            <a:normAutofit/>
          </a:bodyPr>
          <a:lstStyle>
            <a:defPPr algn="ctr">
              <a:defRPr sz="1800" b="1">
                <a:solidFill>
                  <a:srgbClr val="233342"/>
                </a:solidFill>
                <a:latin typeface="Arial"/>
                <a:ea typeface="Arial"/>
                <a:cs typeface="Arial"/>
              </a:defRPr>
            </a:defPPr>
            <a:lvl1pPr algn="ctr">
              <a:defRPr sz="1800" b="1">
                <a:solidFill>
                  <a:srgbClr val="233342"/>
                </a:solidFill>
                <a:latin typeface="Arial"/>
                <a:ea typeface="Arial"/>
                <a:cs typeface="Arial"/>
              </a:defRPr>
            </a:lvl1pPr>
            <a:lvl2pPr algn="ctr">
              <a:defRPr sz="1800" b="1">
                <a:solidFill>
                  <a:srgbClr val="233342"/>
                </a:solidFill>
                <a:latin typeface="Arial"/>
                <a:ea typeface="Arial"/>
                <a:cs typeface="Arial"/>
              </a:defRPr>
            </a:lvl2pPr>
            <a:lvl3pPr algn="ctr">
              <a:defRPr sz="1800" b="1">
                <a:solidFill>
                  <a:srgbClr val="233342"/>
                </a:solidFill>
                <a:latin typeface="Arial"/>
                <a:ea typeface="Arial"/>
                <a:cs typeface="Arial"/>
              </a:defRPr>
            </a:lvl3pPr>
            <a:lvl4pPr algn="ctr">
              <a:defRPr sz="1800" b="1">
                <a:solidFill>
                  <a:srgbClr val="233342"/>
                </a:solidFill>
                <a:latin typeface="Arial"/>
                <a:ea typeface="Arial"/>
                <a:cs typeface="Arial"/>
              </a:defRPr>
            </a:lvl4pPr>
            <a:lvl5pPr algn="ctr">
              <a:defRPr sz="1800" b="1">
                <a:solidFill>
                  <a:srgbClr val="233342"/>
                </a:solidFill>
                <a:latin typeface="Arial"/>
                <a:ea typeface="Arial"/>
                <a:cs typeface="Arial"/>
              </a:defRPr>
            </a:lvl5pPr>
            <a:lvl6pPr algn="ctr">
              <a:defRPr sz="1800" b="1">
                <a:solidFill>
                  <a:srgbClr val="233342"/>
                </a:solidFill>
                <a:latin typeface="Arial"/>
                <a:ea typeface="Arial"/>
                <a:cs typeface="Arial"/>
              </a:defRPr>
            </a:lvl6pPr>
            <a:lvl7pPr algn="ctr">
              <a:defRPr sz="1800" b="1">
                <a:solidFill>
                  <a:srgbClr val="233342"/>
                </a:solidFill>
                <a:latin typeface="Arial"/>
                <a:ea typeface="Arial"/>
                <a:cs typeface="Arial"/>
              </a:defRPr>
            </a:lvl7pPr>
            <a:lvl8pPr algn="ctr">
              <a:defRPr sz="1800" b="1">
                <a:solidFill>
                  <a:srgbClr val="233342"/>
                </a:solidFill>
                <a:latin typeface="Arial"/>
                <a:ea typeface="Arial"/>
                <a:cs typeface="Arial"/>
              </a:defRPr>
            </a:lvl8pPr>
            <a:lvl9pPr algn="ctr">
              <a:defRPr sz="1800" b="1">
                <a:solidFill>
                  <a:srgbClr val="233342"/>
                </a:solidFill>
                <a:latin typeface="Arial"/>
                <a:ea typeface="Arial"/>
                <a:cs typeface="Arial"/>
              </a:defRPr>
            </a:lvl9pPr>
          </a:lstStyle>
          <a:p>
            <a:pPr algn="ctr">
              <a:defRPr sz="1800" b="1">
                <a:solidFill>
                  <a:srgbClr val="233342"/>
                </a:solidFill>
                <a:latin typeface="Arial"/>
                <a:ea typeface="Arial"/>
                <a:cs typeface="Arial"/>
              </a:defRPr>
            </a:pPr>
            <a:r>
              <a:rPr sz="1800" b="1">
                <a:solidFill>
                  <a:srgbClr val="233342"/>
                </a:solidFill>
                <a:latin typeface="Arial"/>
                <a:ea typeface="Arial"/>
                <a:cs typeface="Arial"/>
              </a:rPr>
              <a:t>Training strategy</a:t>
            </a:r>
          </a:p>
        </p:txBody>
      </p:sp>
      <p:sp>
        <p:nvSpPr>
          <p:cNvPr id="26" name="矩形 25">
            <a:extLst>
              <a:ext uri="{FF2B5EF4-FFF2-40B4-BE49-F238E27FC236}">
                <a16:creationId xmlns:a16="http://schemas.microsoft.com/office/drawing/2014/main" id="{99BFA734-FF25-4C87-9E81-706945E6A097}"/>
              </a:ext>
            </a:extLst>
          </p:cNvPr>
          <p:cNvSpPr>
            <a:spLocks noGrp="1"/>
          </p:cNvSpPr>
          <p:nvPr/>
        </p:nvSpPr>
        <p:spPr>
          <a:xfrm>
            <a:off x="685800" y="5934075"/>
            <a:ext cx="10820400" cy="266700"/>
          </a:xfrm>
          <a:prstGeom prst="rect">
            <a:avLst/>
          </a:prstGeom>
          <a:noFill/>
          <a:ln w="0">
            <a:noFill/>
            <a:prstDash val="solid"/>
          </a:ln>
        </p:spPr>
        <p:txBody>
          <a:bodyPr wrap="square" lIns="0" tIns="0" rIns="0" bIns="0">
            <a:noAutofit/>
          </a:bodyPr>
          <a:lstStyle>
            <a:defPPr algn="ctr">
              <a:defRPr sz="1350" i="1">
                <a:solidFill>
                  <a:srgbClr val="9E1B32"/>
                </a:solidFill>
                <a:latin typeface="Arial"/>
                <a:ea typeface="Arial"/>
                <a:cs typeface="Arial"/>
              </a:defRPr>
            </a:defPPr>
            <a:lvl1pPr algn="ctr">
              <a:defRPr sz="1350" i="1">
                <a:solidFill>
                  <a:srgbClr val="9E1B32"/>
                </a:solidFill>
                <a:latin typeface="Arial"/>
                <a:ea typeface="Arial"/>
                <a:cs typeface="Arial"/>
              </a:defRPr>
            </a:lvl1pPr>
            <a:lvl2pPr algn="ctr">
              <a:defRPr sz="1350" i="1">
                <a:solidFill>
                  <a:srgbClr val="9E1B32"/>
                </a:solidFill>
                <a:latin typeface="Arial"/>
                <a:ea typeface="Arial"/>
                <a:cs typeface="Arial"/>
              </a:defRPr>
            </a:lvl2pPr>
            <a:lvl3pPr algn="ctr">
              <a:defRPr sz="1350" i="1">
                <a:solidFill>
                  <a:srgbClr val="9E1B32"/>
                </a:solidFill>
                <a:latin typeface="Arial"/>
                <a:ea typeface="Arial"/>
                <a:cs typeface="Arial"/>
              </a:defRPr>
            </a:lvl3pPr>
            <a:lvl4pPr algn="ctr">
              <a:defRPr sz="1350" i="1">
                <a:solidFill>
                  <a:srgbClr val="9E1B32"/>
                </a:solidFill>
                <a:latin typeface="Arial"/>
                <a:ea typeface="Arial"/>
                <a:cs typeface="Arial"/>
              </a:defRPr>
            </a:lvl4pPr>
            <a:lvl5pPr algn="ctr">
              <a:defRPr sz="1350" i="1">
                <a:solidFill>
                  <a:srgbClr val="9E1B32"/>
                </a:solidFill>
                <a:latin typeface="Arial"/>
                <a:ea typeface="Arial"/>
                <a:cs typeface="Arial"/>
              </a:defRPr>
            </a:lvl5pPr>
            <a:lvl6pPr algn="ctr">
              <a:defRPr sz="1350" i="1">
                <a:solidFill>
                  <a:srgbClr val="9E1B32"/>
                </a:solidFill>
                <a:latin typeface="Arial"/>
                <a:ea typeface="Arial"/>
                <a:cs typeface="Arial"/>
              </a:defRPr>
            </a:lvl6pPr>
            <a:lvl7pPr algn="ctr">
              <a:defRPr sz="1350" i="1">
                <a:solidFill>
                  <a:srgbClr val="9E1B32"/>
                </a:solidFill>
                <a:latin typeface="Arial"/>
                <a:ea typeface="Arial"/>
                <a:cs typeface="Arial"/>
              </a:defRPr>
            </a:lvl7pPr>
            <a:lvl8pPr algn="ctr">
              <a:defRPr sz="1350" i="1">
                <a:solidFill>
                  <a:srgbClr val="9E1B32"/>
                </a:solidFill>
                <a:latin typeface="Arial"/>
                <a:ea typeface="Arial"/>
                <a:cs typeface="Arial"/>
              </a:defRPr>
            </a:lvl8pPr>
            <a:lvl9pPr algn="ctr">
              <a:defRPr sz="1350" i="1">
                <a:solidFill>
                  <a:srgbClr val="9E1B32"/>
                </a:solidFill>
                <a:latin typeface="Arial"/>
                <a:ea typeface="Arial"/>
                <a:cs typeface="Arial"/>
              </a:defRPr>
            </a:lvl9pPr>
          </a:lstStyle>
          <a:p>
            <a:pPr algn="ctr">
              <a:defRPr sz="1350" i="1">
                <a:solidFill>
                  <a:srgbClr val="9E1B32"/>
                </a:solidFill>
                <a:latin typeface="Arial"/>
                <a:ea typeface="Arial"/>
                <a:cs typeface="Arial"/>
              </a:defRPr>
            </a:pPr>
            <a:r>
              <a:rPr sz="1350" i="1">
                <a:solidFill>
                  <a:srgbClr val="9E1B32"/>
                </a:solidFill>
                <a:latin typeface="Arial"/>
                <a:ea typeface="Arial"/>
                <a:cs typeface="Arial"/>
              </a:rPr>
              <a:t>One controlled input budget, many possible modeling choices</a:t>
            </a:r>
          </a:p>
        </p:txBody>
      </p:sp>
      <p:sp>
        <p:nvSpPr>
          <p:cNvPr id="27" name="slide-3-footer-label">
            <a:extLst>
              <a:ext uri="{FF2B5EF4-FFF2-40B4-BE49-F238E27FC236}">
                <a16:creationId xmlns:a16="http://schemas.microsoft.com/office/drawing/2014/main" id="{05780473-874D-43CA-BC67-8B40A2944E6D}"/>
              </a:ext>
            </a:extLst>
          </p:cNvPr>
          <p:cNvSpPr>
            <a:spLocks noGrp="1"/>
          </p:cNvSpPr>
          <p:nvPr/>
        </p:nvSpPr>
        <p:spPr>
          <a:xfrm>
            <a:off x="685800" y="6486525"/>
            <a:ext cx="3048000" cy="171450"/>
          </a:xfrm>
          <a:prstGeom prst="rect">
            <a:avLst/>
          </a:prstGeom>
          <a:noFill/>
          <a:ln w="0">
            <a:noFill/>
            <a:prstDash val="solid"/>
          </a:ln>
        </p:spPr>
        <p:txBody>
          <a:bodyPr wrap="square" lIns="0" tIns="0" rIns="0" bIns="0">
            <a:noAutofit/>
          </a:bodyPr>
          <a:lstStyle>
            <a:defPPr>
              <a:defRPr sz="975">
                <a:solidFill>
                  <a:srgbClr val="A5A9AE"/>
                </a:solidFill>
                <a:latin typeface="Arial"/>
                <a:ea typeface="Arial"/>
                <a:cs typeface="Arial"/>
              </a:defRPr>
            </a:defPPr>
            <a:lvl1pPr>
              <a:defRPr sz="975">
                <a:solidFill>
                  <a:srgbClr val="A5A9AE"/>
                </a:solidFill>
                <a:latin typeface="Arial"/>
                <a:ea typeface="Arial"/>
                <a:cs typeface="Arial"/>
              </a:defRPr>
            </a:lvl1pPr>
            <a:lvl2pPr>
              <a:defRPr sz="975">
                <a:solidFill>
                  <a:srgbClr val="A5A9AE"/>
                </a:solidFill>
                <a:latin typeface="Arial"/>
                <a:ea typeface="Arial"/>
                <a:cs typeface="Arial"/>
              </a:defRPr>
            </a:lvl2pPr>
            <a:lvl3pPr>
              <a:defRPr sz="975">
                <a:solidFill>
                  <a:srgbClr val="A5A9AE"/>
                </a:solidFill>
                <a:latin typeface="Arial"/>
                <a:ea typeface="Arial"/>
                <a:cs typeface="Arial"/>
              </a:defRPr>
            </a:lvl3pPr>
            <a:lvl4pPr>
              <a:defRPr sz="975">
                <a:solidFill>
                  <a:srgbClr val="A5A9AE"/>
                </a:solidFill>
                <a:latin typeface="Arial"/>
                <a:ea typeface="Arial"/>
                <a:cs typeface="Arial"/>
              </a:defRPr>
            </a:lvl4pPr>
            <a:lvl5pPr>
              <a:defRPr sz="975">
                <a:solidFill>
                  <a:srgbClr val="A5A9AE"/>
                </a:solidFill>
                <a:latin typeface="Arial"/>
                <a:ea typeface="Arial"/>
                <a:cs typeface="Arial"/>
              </a:defRPr>
            </a:lvl5pPr>
            <a:lvl6pPr>
              <a:defRPr sz="975">
                <a:solidFill>
                  <a:srgbClr val="A5A9AE"/>
                </a:solidFill>
                <a:latin typeface="Arial"/>
                <a:ea typeface="Arial"/>
                <a:cs typeface="Arial"/>
              </a:defRPr>
            </a:lvl6pPr>
            <a:lvl7pPr>
              <a:defRPr sz="975">
                <a:solidFill>
                  <a:srgbClr val="A5A9AE"/>
                </a:solidFill>
                <a:latin typeface="Arial"/>
                <a:ea typeface="Arial"/>
                <a:cs typeface="Arial"/>
              </a:defRPr>
            </a:lvl7pPr>
            <a:lvl8pPr>
              <a:defRPr sz="975">
                <a:solidFill>
                  <a:srgbClr val="A5A9AE"/>
                </a:solidFill>
                <a:latin typeface="Arial"/>
                <a:ea typeface="Arial"/>
                <a:cs typeface="Arial"/>
              </a:defRPr>
            </a:lvl8pPr>
            <a:lvl9pPr>
              <a:defRPr sz="975">
                <a:solidFill>
                  <a:srgbClr val="A5A9AE"/>
                </a:solidFill>
                <a:latin typeface="Arial"/>
                <a:ea typeface="Arial"/>
                <a:cs typeface="Arial"/>
              </a:defRPr>
            </a:lvl9pPr>
          </a:lstStyle>
          <a:p>
            <a:pPr>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8" name="slide-3-footer-number">
            <a:extLst>
              <a:ext uri="{FF2B5EF4-FFF2-40B4-BE49-F238E27FC236}">
                <a16:creationId xmlns:a16="http://schemas.microsoft.com/office/drawing/2014/main" id="{5E589268-5E7D-43AE-A9E0-9A7BD01A2A97}"/>
              </a:ext>
            </a:extLst>
          </p:cNvPr>
          <p:cNvSpPr>
            <a:spLocks noGrp="1"/>
          </p:cNvSpPr>
          <p:nvPr/>
        </p:nvSpPr>
        <p:spPr>
          <a:xfrm>
            <a:off x="11001375" y="6467475"/>
            <a:ext cx="504825" cy="190500"/>
          </a:xfrm>
          <a:prstGeom prst="rect">
            <a:avLst/>
          </a:prstGeom>
          <a:noFill/>
          <a:ln w="0">
            <a:noFill/>
            <a:prstDash val="solid"/>
          </a:ln>
        </p:spPr>
        <p:txBody>
          <a:bodyPr wrap="square" lIns="0" tIns="0" rIns="0" bIns="0">
            <a:noAutofit/>
          </a:bodyPr>
          <a:lstStyle>
            <a:defPPr algn="r">
              <a:defRPr sz="1050" b="1">
                <a:solidFill>
                  <a:srgbClr val="9E1B32"/>
                </a:solidFill>
                <a:latin typeface="Arial"/>
                <a:ea typeface="Arial"/>
                <a:cs typeface="Arial"/>
              </a:defRPr>
            </a:defPPr>
            <a:lvl1pPr algn="r">
              <a:defRPr sz="1050" b="1">
                <a:solidFill>
                  <a:srgbClr val="9E1B32"/>
                </a:solidFill>
                <a:latin typeface="Arial"/>
                <a:ea typeface="Arial"/>
                <a:cs typeface="Arial"/>
              </a:defRPr>
            </a:lvl1pPr>
            <a:lvl2pPr algn="r">
              <a:defRPr sz="1050" b="1">
                <a:solidFill>
                  <a:srgbClr val="9E1B32"/>
                </a:solidFill>
                <a:latin typeface="Arial"/>
                <a:ea typeface="Arial"/>
                <a:cs typeface="Arial"/>
              </a:defRPr>
            </a:lvl2pPr>
            <a:lvl3pPr algn="r">
              <a:defRPr sz="1050" b="1">
                <a:solidFill>
                  <a:srgbClr val="9E1B32"/>
                </a:solidFill>
                <a:latin typeface="Arial"/>
                <a:ea typeface="Arial"/>
                <a:cs typeface="Arial"/>
              </a:defRPr>
            </a:lvl3pPr>
            <a:lvl4pPr algn="r">
              <a:defRPr sz="1050" b="1">
                <a:solidFill>
                  <a:srgbClr val="9E1B32"/>
                </a:solidFill>
                <a:latin typeface="Arial"/>
                <a:ea typeface="Arial"/>
                <a:cs typeface="Arial"/>
              </a:defRPr>
            </a:lvl4pPr>
            <a:lvl5pPr algn="r">
              <a:defRPr sz="1050" b="1">
                <a:solidFill>
                  <a:srgbClr val="9E1B32"/>
                </a:solidFill>
                <a:latin typeface="Arial"/>
                <a:ea typeface="Arial"/>
                <a:cs typeface="Arial"/>
              </a:defRPr>
            </a:lvl5pPr>
            <a:lvl6pPr algn="r">
              <a:defRPr sz="1050" b="1">
                <a:solidFill>
                  <a:srgbClr val="9E1B32"/>
                </a:solidFill>
                <a:latin typeface="Arial"/>
                <a:ea typeface="Arial"/>
                <a:cs typeface="Arial"/>
              </a:defRPr>
            </a:lvl6pPr>
            <a:lvl7pPr algn="r">
              <a:defRPr sz="1050" b="1">
                <a:solidFill>
                  <a:srgbClr val="9E1B32"/>
                </a:solidFill>
                <a:latin typeface="Arial"/>
                <a:ea typeface="Arial"/>
                <a:cs typeface="Arial"/>
              </a:defRPr>
            </a:lvl7pPr>
            <a:lvl8pPr algn="r">
              <a:defRPr sz="1050" b="1">
                <a:solidFill>
                  <a:srgbClr val="9E1B32"/>
                </a:solidFill>
                <a:latin typeface="Arial"/>
                <a:ea typeface="Arial"/>
                <a:cs typeface="Arial"/>
              </a:defRPr>
            </a:lvl8pPr>
            <a:lvl9pPr algn="r">
              <a:defRPr sz="1050" b="1">
                <a:solidFill>
                  <a:srgbClr val="9E1B32"/>
                </a:solidFill>
                <a:latin typeface="Arial"/>
                <a:ea typeface="Arial"/>
                <a:cs typeface="Arial"/>
              </a:defRPr>
            </a:lvl9pPr>
          </a:lstStyle>
          <a:p>
            <a:pPr algn="r">
              <a:defRPr sz="1050" b="1">
                <a:solidFill>
                  <a:srgbClr val="9E1B32"/>
                </a:solidFill>
                <a:latin typeface="Arial"/>
                <a:ea typeface="Arial"/>
                <a:cs typeface="Arial"/>
              </a:defRPr>
            </a:pPr>
            <a:r>
              <a:rPr sz="1050" b="1">
                <a:solidFill>
                  <a:srgbClr val="9E1B32"/>
                </a:solidFill>
                <a:latin typeface="Arial"/>
                <a:ea typeface="Arial"/>
                <a:cs typeface="Arial"/>
              </a:rPr>
              <a:t>03</a:t>
            </a:r>
          </a:p>
        </p:txBody>
      </p:sp>
    </p:spTree>
    <p:extLst>
      <p:ext uri="{BB962C8B-B14F-4D97-AF65-F5344CB8AC3E}">
        <p14:creationId xmlns:p14="http://schemas.microsoft.com/office/powerpoint/2010/main" val="1021212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slide-4-title">
            <a:extLst>
              <a:ext uri="{FF2B5EF4-FFF2-40B4-BE49-F238E27FC236}">
                <a16:creationId xmlns:a16="http://schemas.microsoft.com/office/drawing/2014/main" id="{ED4EF037-91C8-4FEA-AA2C-D87C9FEEBDAF}"/>
              </a:ext>
            </a:extLst>
          </p:cNvPr>
          <p:cNvSpPr>
            <a:spLocks noGrp="1"/>
          </p:cNvSpPr>
          <p:nvPr/>
        </p:nvSpPr>
        <p:spPr>
          <a:xfrm>
            <a:off x="685800" y="409575"/>
            <a:ext cx="10001250" cy="533400"/>
          </a:xfrm>
          <a:prstGeom prst="rect">
            <a:avLst/>
          </a:prstGeom>
          <a:noFill/>
          <a:ln w="0">
            <a:noFill/>
            <a:prstDash val="solid"/>
          </a:ln>
        </p:spPr>
        <p:txBody>
          <a:bodyPr wrap="square" lIns="0" tIns="0" rIns="0" bIns="0">
            <a:noAutofit/>
          </a:bodyPr>
          <a:lstStyle>
            <a:defPPr>
              <a:defRPr sz="3150" b="1">
                <a:solidFill>
                  <a:srgbClr val="20242A"/>
                </a:solidFill>
                <a:latin typeface="Arial"/>
                <a:ea typeface="Arial"/>
                <a:cs typeface="Arial"/>
              </a:defRPr>
            </a:defPPr>
            <a:lvl1pPr>
              <a:defRPr sz="3150" b="1">
                <a:solidFill>
                  <a:srgbClr val="20242A"/>
                </a:solidFill>
                <a:latin typeface="Arial"/>
                <a:ea typeface="Arial"/>
                <a:cs typeface="Arial"/>
              </a:defRPr>
            </a:lvl1pPr>
            <a:lvl2pPr>
              <a:defRPr sz="3150" b="1">
                <a:solidFill>
                  <a:srgbClr val="20242A"/>
                </a:solidFill>
                <a:latin typeface="Arial"/>
                <a:ea typeface="Arial"/>
                <a:cs typeface="Arial"/>
              </a:defRPr>
            </a:lvl2pPr>
            <a:lvl3pPr>
              <a:defRPr sz="3150" b="1">
                <a:solidFill>
                  <a:srgbClr val="20242A"/>
                </a:solidFill>
                <a:latin typeface="Arial"/>
                <a:ea typeface="Arial"/>
                <a:cs typeface="Arial"/>
              </a:defRPr>
            </a:lvl3pPr>
            <a:lvl4pPr>
              <a:defRPr sz="3150" b="1">
                <a:solidFill>
                  <a:srgbClr val="20242A"/>
                </a:solidFill>
                <a:latin typeface="Arial"/>
                <a:ea typeface="Arial"/>
                <a:cs typeface="Arial"/>
              </a:defRPr>
            </a:lvl4pPr>
            <a:lvl5pPr>
              <a:defRPr sz="3150" b="1">
                <a:solidFill>
                  <a:srgbClr val="20242A"/>
                </a:solidFill>
                <a:latin typeface="Arial"/>
                <a:ea typeface="Arial"/>
                <a:cs typeface="Arial"/>
              </a:defRPr>
            </a:lvl5pPr>
            <a:lvl6pPr>
              <a:defRPr sz="3150" b="1">
                <a:solidFill>
                  <a:srgbClr val="20242A"/>
                </a:solidFill>
                <a:latin typeface="Arial"/>
                <a:ea typeface="Arial"/>
                <a:cs typeface="Arial"/>
              </a:defRPr>
            </a:lvl6pPr>
            <a:lvl7pPr>
              <a:defRPr sz="3150" b="1">
                <a:solidFill>
                  <a:srgbClr val="20242A"/>
                </a:solidFill>
                <a:latin typeface="Arial"/>
                <a:ea typeface="Arial"/>
                <a:cs typeface="Arial"/>
              </a:defRPr>
            </a:lvl7pPr>
            <a:lvl8pPr>
              <a:defRPr sz="3150" b="1">
                <a:solidFill>
                  <a:srgbClr val="20242A"/>
                </a:solidFill>
                <a:latin typeface="Arial"/>
                <a:ea typeface="Arial"/>
                <a:cs typeface="Arial"/>
              </a:defRPr>
            </a:lvl8pPr>
            <a:lvl9pPr>
              <a:defRPr sz="3150" b="1">
                <a:solidFill>
                  <a:srgbClr val="20242A"/>
                </a:solidFill>
                <a:latin typeface="Arial"/>
                <a:ea typeface="Arial"/>
                <a:cs typeface="Arial"/>
              </a:defRPr>
            </a:lvl9pPr>
          </a:lstStyle>
          <a:p>
            <a:pPr>
              <a:defRPr sz="3150" b="1">
                <a:solidFill>
                  <a:srgbClr val="20242A"/>
                </a:solidFill>
                <a:latin typeface="Arial"/>
                <a:ea typeface="Arial"/>
                <a:cs typeface="Arial"/>
              </a:defRPr>
            </a:pPr>
            <a:r>
              <a:rPr sz="3150" b="1" dirty="0">
                <a:solidFill>
                  <a:srgbClr val="20242A"/>
                </a:solidFill>
                <a:latin typeface="Arial"/>
                <a:ea typeface="Arial"/>
                <a:cs typeface="Arial"/>
              </a:rPr>
              <a:t>Evaluation </a:t>
            </a:r>
            <a:r>
              <a:rPr lang="en-US" sz="3150" b="1" dirty="0">
                <a:solidFill>
                  <a:srgbClr val="20242A"/>
                </a:solidFill>
                <a:latin typeface="Arial"/>
                <a:ea typeface="Arial"/>
                <a:cs typeface="Arial"/>
              </a:rPr>
              <a:t>Tracks</a:t>
            </a:r>
            <a:endParaRPr sz="3150" b="1" dirty="0">
              <a:solidFill>
                <a:srgbClr val="20242A"/>
              </a:solidFill>
              <a:latin typeface="Arial"/>
              <a:ea typeface="Arial"/>
              <a:cs typeface="Arial"/>
            </a:endParaRPr>
          </a:p>
        </p:txBody>
      </p:sp>
      <p:sp>
        <p:nvSpPr>
          <p:cNvPr id="2" name="slide-4-top-rule">
            <a:extLst>
              <a:ext uri="{FF2B5EF4-FFF2-40B4-BE49-F238E27FC236}">
                <a16:creationId xmlns:a16="http://schemas.microsoft.com/office/drawing/2014/main" id="{31C64AA6-A017-40C0-B692-B8AE66CA2B32}"/>
              </a:ext>
            </a:extLst>
          </p:cNvPr>
          <p:cNvSpPr>
            <a:spLocks noGrp="1"/>
          </p:cNvSpPr>
          <p:nvPr/>
        </p:nvSpPr>
        <p:spPr>
          <a:xfrm>
            <a:off x="685800" y="1057275"/>
            <a:ext cx="10820400" cy="19050"/>
          </a:xfrm>
          <a:prstGeom prst="rect">
            <a:avLst/>
          </a:prstGeom>
          <a:solidFill>
            <a:srgbClr val="D9D7D2"/>
          </a:solidFill>
          <a:ln w="0">
            <a:noFill/>
            <a:prstDash val="solid"/>
          </a:ln>
        </p:spPr>
      </p:sp>
      <p:sp>
        <p:nvSpPr>
          <p:cNvPr id="3" name="矩形 2">
            <a:extLst>
              <a:ext uri="{FF2B5EF4-FFF2-40B4-BE49-F238E27FC236}">
                <a16:creationId xmlns:a16="http://schemas.microsoft.com/office/drawing/2014/main" id="{93DDBE9E-E15F-4293-B32E-E33A69941438}"/>
              </a:ext>
            </a:extLst>
          </p:cNvPr>
          <p:cNvSpPr>
            <a:spLocks noGrp="1"/>
          </p:cNvSpPr>
          <p:nvPr/>
        </p:nvSpPr>
        <p:spPr>
          <a:xfrm>
            <a:off x="685800" y="1304925"/>
            <a:ext cx="5429250" cy="228600"/>
          </a:xfrm>
          <a:prstGeom prst="rect">
            <a:avLst/>
          </a:prstGeom>
          <a:noFill/>
          <a:ln w="0">
            <a:noFill/>
            <a:prstDash val="solid"/>
          </a:ln>
        </p:spPr>
        <p:txBody>
          <a:bodyPr wrap="square" lIns="0" tIns="0" rIns="0" bIns="0">
            <a:noAutofit/>
          </a:bodyPr>
          <a:lstStyle>
            <a:defPPr>
              <a:defRPr sz="1125" b="1">
                <a:solidFill>
                  <a:srgbClr val="C49A2C"/>
                </a:solidFill>
                <a:latin typeface="Arial"/>
                <a:ea typeface="Arial"/>
                <a:cs typeface="Arial"/>
              </a:defRPr>
            </a:defPPr>
            <a:lvl1pPr>
              <a:defRPr sz="1125" b="1">
                <a:solidFill>
                  <a:srgbClr val="C49A2C"/>
                </a:solidFill>
                <a:latin typeface="Arial"/>
                <a:ea typeface="Arial"/>
                <a:cs typeface="Arial"/>
              </a:defRPr>
            </a:lvl1pPr>
            <a:lvl2pPr>
              <a:defRPr sz="1125" b="1">
                <a:solidFill>
                  <a:srgbClr val="C49A2C"/>
                </a:solidFill>
                <a:latin typeface="Arial"/>
                <a:ea typeface="Arial"/>
                <a:cs typeface="Arial"/>
              </a:defRPr>
            </a:lvl2pPr>
            <a:lvl3pPr>
              <a:defRPr sz="1125" b="1">
                <a:solidFill>
                  <a:srgbClr val="C49A2C"/>
                </a:solidFill>
                <a:latin typeface="Arial"/>
                <a:ea typeface="Arial"/>
                <a:cs typeface="Arial"/>
              </a:defRPr>
            </a:lvl3pPr>
            <a:lvl4pPr>
              <a:defRPr sz="1125" b="1">
                <a:solidFill>
                  <a:srgbClr val="C49A2C"/>
                </a:solidFill>
                <a:latin typeface="Arial"/>
                <a:ea typeface="Arial"/>
                <a:cs typeface="Arial"/>
              </a:defRPr>
            </a:lvl4pPr>
            <a:lvl5pPr>
              <a:defRPr sz="1125" b="1">
                <a:solidFill>
                  <a:srgbClr val="C49A2C"/>
                </a:solidFill>
                <a:latin typeface="Arial"/>
                <a:ea typeface="Arial"/>
                <a:cs typeface="Arial"/>
              </a:defRPr>
            </a:lvl5pPr>
            <a:lvl6pPr>
              <a:defRPr sz="1125" b="1">
                <a:solidFill>
                  <a:srgbClr val="C49A2C"/>
                </a:solidFill>
                <a:latin typeface="Arial"/>
                <a:ea typeface="Arial"/>
                <a:cs typeface="Arial"/>
              </a:defRPr>
            </a:lvl6pPr>
            <a:lvl7pPr>
              <a:defRPr sz="1125" b="1">
                <a:solidFill>
                  <a:srgbClr val="C49A2C"/>
                </a:solidFill>
                <a:latin typeface="Arial"/>
                <a:ea typeface="Arial"/>
                <a:cs typeface="Arial"/>
              </a:defRPr>
            </a:lvl7pPr>
            <a:lvl8pPr>
              <a:defRPr sz="1125" b="1">
                <a:solidFill>
                  <a:srgbClr val="C49A2C"/>
                </a:solidFill>
                <a:latin typeface="Arial"/>
                <a:ea typeface="Arial"/>
                <a:cs typeface="Arial"/>
              </a:defRPr>
            </a:lvl8pPr>
            <a:lvl9pPr>
              <a:defRPr sz="1125" b="1">
                <a:solidFill>
                  <a:srgbClr val="C49A2C"/>
                </a:solidFill>
                <a:latin typeface="Arial"/>
                <a:ea typeface="Arial"/>
                <a:cs typeface="Arial"/>
              </a:defRPr>
            </a:lvl9pPr>
          </a:lstStyle>
          <a:p>
            <a:pPr>
              <a:defRPr sz="1125" b="1">
                <a:solidFill>
                  <a:srgbClr val="C49A2C"/>
                </a:solidFill>
                <a:latin typeface="Arial"/>
                <a:ea typeface="Arial"/>
                <a:cs typeface="Arial"/>
              </a:defRPr>
            </a:pPr>
            <a:r>
              <a:rPr sz="1125" b="1">
                <a:solidFill>
                  <a:srgbClr val="C49A2C"/>
                </a:solidFill>
                <a:latin typeface="Arial"/>
                <a:ea typeface="Arial"/>
                <a:cs typeface="Arial"/>
              </a:rPr>
              <a:t>14 TASKS IN THREE COMPLEMENTARY TRACKS</a:t>
            </a:r>
          </a:p>
        </p:txBody>
      </p:sp>
      <p:sp>
        <p:nvSpPr>
          <p:cNvPr id="4" name="矩形 3">
            <a:extLst>
              <a:ext uri="{FF2B5EF4-FFF2-40B4-BE49-F238E27FC236}">
                <a16:creationId xmlns:a16="http://schemas.microsoft.com/office/drawing/2014/main" id="{4A649897-7383-4A89-90B8-790AEFE0E312}"/>
              </a:ext>
            </a:extLst>
          </p:cNvPr>
          <p:cNvSpPr>
            <a:spLocks noGrp="1"/>
          </p:cNvSpPr>
          <p:nvPr/>
        </p:nvSpPr>
        <p:spPr>
          <a:xfrm>
            <a:off x="685800" y="1695450"/>
            <a:ext cx="2952750" cy="762000"/>
          </a:xfrm>
          <a:prstGeom prst="rect">
            <a:avLst/>
          </a:prstGeom>
          <a:noFill/>
          <a:ln w="0">
            <a:noFill/>
            <a:prstDash val="solid"/>
          </a:ln>
        </p:spPr>
        <p:txBody>
          <a:bodyPr wrap="square" lIns="0" tIns="0" rIns="0" bIns="0">
            <a:noAutofit/>
          </a:bodyPr>
          <a:lstStyle>
            <a:defPPr>
              <a:defRPr sz="4950" b="1">
                <a:solidFill>
                  <a:srgbClr val="9E1B32"/>
                </a:solidFill>
                <a:latin typeface="Arial"/>
                <a:ea typeface="Arial"/>
                <a:cs typeface="Arial"/>
              </a:defRPr>
            </a:defPPr>
            <a:lvl1pPr>
              <a:defRPr sz="4950" b="1">
                <a:solidFill>
                  <a:srgbClr val="9E1B32"/>
                </a:solidFill>
                <a:latin typeface="Arial"/>
                <a:ea typeface="Arial"/>
                <a:cs typeface="Arial"/>
              </a:defRPr>
            </a:lvl1pPr>
            <a:lvl2pPr>
              <a:defRPr sz="4950" b="1">
                <a:solidFill>
                  <a:srgbClr val="9E1B32"/>
                </a:solidFill>
                <a:latin typeface="Arial"/>
                <a:ea typeface="Arial"/>
                <a:cs typeface="Arial"/>
              </a:defRPr>
            </a:lvl2pPr>
            <a:lvl3pPr>
              <a:defRPr sz="4950" b="1">
                <a:solidFill>
                  <a:srgbClr val="9E1B32"/>
                </a:solidFill>
                <a:latin typeface="Arial"/>
                <a:ea typeface="Arial"/>
                <a:cs typeface="Arial"/>
              </a:defRPr>
            </a:lvl3pPr>
            <a:lvl4pPr>
              <a:defRPr sz="4950" b="1">
                <a:solidFill>
                  <a:srgbClr val="9E1B32"/>
                </a:solidFill>
                <a:latin typeface="Arial"/>
                <a:ea typeface="Arial"/>
                <a:cs typeface="Arial"/>
              </a:defRPr>
            </a:lvl4pPr>
            <a:lvl5pPr>
              <a:defRPr sz="4950" b="1">
                <a:solidFill>
                  <a:srgbClr val="9E1B32"/>
                </a:solidFill>
                <a:latin typeface="Arial"/>
                <a:ea typeface="Arial"/>
                <a:cs typeface="Arial"/>
              </a:defRPr>
            </a:lvl5pPr>
            <a:lvl6pPr>
              <a:defRPr sz="4950" b="1">
                <a:solidFill>
                  <a:srgbClr val="9E1B32"/>
                </a:solidFill>
                <a:latin typeface="Arial"/>
                <a:ea typeface="Arial"/>
                <a:cs typeface="Arial"/>
              </a:defRPr>
            </a:lvl6pPr>
            <a:lvl7pPr>
              <a:defRPr sz="4950" b="1">
                <a:solidFill>
                  <a:srgbClr val="9E1B32"/>
                </a:solidFill>
                <a:latin typeface="Arial"/>
                <a:ea typeface="Arial"/>
                <a:cs typeface="Arial"/>
              </a:defRPr>
            </a:lvl7pPr>
            <a:lvl8pPr>
              <a:defRPr sz="4950" b="1">
                <a:solidFill>
                  <a:srgbClr val="9E1B32"/>
                </a:solidFill>
                <a:latin typeface="Arial"/>
                <a:ea typeface="Arial"/>
                <a:cs typeface="Arial"/>
              </a:defRPr>
            </a:lvl8pPr>
            <a:lvl9pPr>
              <a:defRPr sz="4950" b="1">
                <a:solidFill>
                  <a:srgbClr val="9E1B32"/>
                </a:solidFill>
                <a:latin typeface="Arial"/>
                <a:ea typeface="Arial"/>
                <a:cs typeface="Arial"/>
              </a:defRPr>
            </a:lvl9pPr>
          </a:lstStyle>
          <a:p>
            <a:pPr>
              <a:defRPr sz="4950" b="1">
                <a:solidFill>
                  <a:srgbClr val="9E1B32"/>
                </a:solidFill>
                <a:latin typeface="Arial"/>
                <a:ea typeface="Arial"/>
                <a:cs typeface="Arial"/>
              </a:defRPr>
            </a:pPr>
            <a:r>
              <a:rPr sz="4950" b="1">
                <a:solidFill>
                  <a:srgbClr val="9E1B32"/>
                </a:solidFill>
                <a:latin typeface="Arial"/>
                <a:ea typeface="Arial"/>
                <a:cs typeface="Arial"/>
              </a:rPr>
              <a:t>8</a:t>
            </a:r>
          </a:p>
        </p:txBody>
      </p:sp>
      <p:sp>
        <p:nvSpPr>
          <p:cNvPr id="5" name="矩形 4">
            <a:extLst>
              <a:ext uri="{FF2B5EF4-FFF2-40B4-BE49-F238E27FC236}">
                <a16:creationId xmlns:a16="http://schemas.microsoft.com/office/drawing/2014/main" id="{477AAA3E-F043-4D63-929C-A4D782AAD594}"/>
              </a:ext>
            </a:extLst>
          </p:cNvPr>
          <p:cNvSpPr>
            <a:spLocks noGrp="1"/>
          </p:cNvSpPr>
          <p:nvPr/>
        </p:nvSpPr>
        <p:spPr>
          <a:xfrm>
            <a:off x="685800" y="2571750"/>
            <a:ext cx="3048000" cy="342900"/>
          </a:xfrm>
          <a:prstGeom prst="rect">
            <a:avLst/>
          </a:prstGeom>
          <a:noFill/>
          <a:ln w="0">
            <a:noFill/>
            <a:prstDash val="solid"/>
          </a:ln>
        </p:spPr>
        <p:txBody>
          <a:bodyPr wrap="square" lIns="0" tIns="0" rIns="0" bIns="0">
            <a:normAutofit/>
          </a:bodyPr>
          <a:lstStyle>
            <a:defPPr>
              <a:defRPr sz="1725" b="1">
                <a:solidFill>
                  <a:srgbClr val="20242A"/>
                </a:solidFill>
                <a:latin typeface="Arial"/>
                <a:ea typeface="Arial"/>
                <a:cs typeface="Arial"/>
              </a:defRPr>
            </a:defPPr>
            <a:lvl1pPr>
              <a:defRPr sz="1725" b="1">
                <a:solidFill>
                  <a:srgbClr val="20242A"/>
                </a:solidFill>
                <a:latin typeface="Arial"/>
                <a:ea typeface="Arial"/>
                <a:cs typeface="Arial"/>
              </a:defRPr>
            </a:lvl1pPr>
            <a:lvl2pPr>
              <a:defRPr sz="1725" b="1">
                <a:solidFill>
                  <a:srgbClr val="20242A"/>
                </a:solidFill>
                <a:latin typeface="Arial"/>
                <a:ea typeface="Arial"/>
                <a:cs typeface="Arial"/>
              </a:defRPr>
            </a:lvl2pPr>
            <a:lvl3pPr>
              <a:defRPr sz="1725" b="1">
                <a:solidFill>
                  <a:srgbClr val="20242A"/>
                </a:solidFill>
                <a:latin typeface="Arial"/>
                <a:ea typeface="Arial"/>
                <a:cs typeface="Arial"/>
              </a:defRPr>
            </a:lvl3pPr>
            <a:lvl4pPr>
              <a:defRPr sz="1725" b="1">
                <a:solidFill>
                  <a:srgbClr val="20242A"/>
                </a:solidFill>
                <a:latin typeface="Arial"/>
                <a:ea typeface="Arial"/>
                <a:cs typeface="Arial"/>
              </a:defRPr>
            </a:lvl4pPr>
            <a:lvl5pPr>
              <a:defRPr sz="1725" b="1">
                <a:solidFill>
                  <a:srgbClr val="20242A"/>
                </a:solidFill>
                <a:latin typeface="Arial"/>
                <a:ea typeface="Arial"/>
                <a:cs typeface="Arial"/>
              </a:defRPr>
            </a:lvl5pPr>
            <a:lvl6pPr>
              <a:defRPr sz="1725" b="1">
                <a:solidFill>
                  <a:srgbClr val="20242A"/>
                </a:solidFill>
                <a:latin typeface="Arial"/>
                <a:ea typeface="Arial"/>
                <a:cs typeface="Arial"/>
              </a:defRPr>
            </a:lvl6pPr>
            <a:lvl7pPr>
              <a:defRPr sz="1725" b="1">
                <a:solidFill>
                  <a:srgbClr val="20242A"/>
                </a:solidFill>
                <a:latin typeface="Arial"/>
                <a:ea typeface="Arial"/>
                <a:cs typeface="Arial"/>
              </a:defRPr>
            </a:lvl7pPr>
            <a:lvl8pPr>
              <a:defRPr sz="1725" b="1">
                <a:solidFill>
                  <a:srgbClr val="20242A"/>
                </a:solidFill>
                <a:latin typeface="Arial"/>
                <a:ea typeface="Arial"/>
                <a:cs typeface="Arial"/>
              </a:defRPr>
            </a:lvl8pPr>
            <a:lvl9pPr>
              <a:defRPr sz="1725" b="1">
                <a:solidFill>
                  <a:srgbClr val="20242A"/>
                </a:solidFill>
                <a:latin typeface="Arial"/>
                <a:ea typeface="Arial"/>
                <a:cs typeface="Arial"/>
              </a:defRPr>
            </a:lvl9pPr>
          </a:lstStyle>
          <a:p>
            <a:pPr>
              <a:defRPr sz="1725" b="1">
                <a:solidFill>
                  <a:srgbClr val="20242A"/>
                </a:solidFill>
                <a:latin typeface="Arial"/>
                <a:ea typeface="Arial"/>
                <a:cs typeface="Arial"/>
              </a:defRPr>
            </a:pPr>
            <a:r>
              <a:rPr sz="1725" b="1">
                <a:solidFill>
                  <a:srgbClr val="20242A"/>
                </a:solidFill>
                <a:latin typeface="Arial"/>
                <a:ea typeface="Arial"/>
                <a:cs typeface="Arial"/>
              </a:rPr>
              <a:t>NLU</a:t>
            </a:r>
          </a:p>
        </p:txBody>
      </p:sp>
      <p:sp>
        <p:nvSpPr>
          <p:cNvPr id="6" name="矩形 5">
            <a:extLst>
              <a:ext uri="{FF2B5EF4-FFF2-40B4-BE49-F238E27FC236}">
                <a16:creationId xmlns:a16="http://schemas.microsoft.com/office/drawing/2014/main" id="{7BBD1935-94F5-42FF-A533-9E7085456772}"/>
              </a:ext>
            </a:extLst>
          </p:cNvPr>
          <p:cNvSpPr>
            <a:spLocks noGrp="1"/>
          </p:cNvSpPr>
          <p:nvPr/>
        </p:nvSpPr>
        <p:spPr>
          <a:xfrm>
            <a:off x="685800" y="3133725"/>
            <a:ext cx="2952750" cy="1000125"/>
          </a:xfrm>
          <a:prstGeom prst="rect">
            <a:avLst/>
          </a:prstGeom>
          <a:noFill/>
          <a:ln w="0">
            <a:noFill/>
            <a:prstDash val="solid"/>
          </a:ln>
        </p:spPr>
        <p:txBody>
          <a:bodyPr wrap="square" lIns="0" tIns="0" rIns="0" bIns="0">
            <a:normAutofit fontScale="96792"/>
          </a:bodyPr>
          <a:lstStyle>
            <a:defPPr>
              <a:defRPr sz="1500">
                <a:solidFill>
                  <a:srgbClr val="686E75"/>
                </a:solidFill>
                <a:latin typeface="Arial"/>
                <a:ea typeface="Arial"/>
                <a:cs typeface="Arial"/>
              </a:defRPr>
            </a:defPPr>
            <a:lvl1pPr>
              <a:defRPr sz="1500">
                <a:solidFill>
                  <a:srgbClr val="686E75"/>
                </a:solidFill>
                <a:latin typeface="Arial"/>
                <a:ea typeface="Arial"/>
                <a:cs typeface="Arial"/>
              </a:defRPr>
            </a:lvl1pPr>
            <a:lvl2pPr>
              <a:defRPr sz="1500">
                <a:solidFill>
                  <a:srgbClr val="686E75"/>
                </a:solidFill>
                <a:latin typeface="Arial"/>
                <a:ea typeface="Arial"/>
                <a:cs typeface="Arial"/>
              </a:defRPr>
            </a:lvl2pPr>
            <a:lvl3pPr>
              <a:defRPr sz="1500">
                <a:solidFill>
                  <a:srgbClr val="686E75"/>
                </a:solidFill>
                <a:latin typeface="Arial"/>
                <a:ea typeface="Arial"/>
                <a:cs typeface="Arial"/>
              </a:defRPr>
            </a:lvl3pPr>
            <a:lvl4pPr>
              <a:defRPr sz="1500">
                <a:solidFill>
                  <a:srgbClr val="686E75"/>
                </a:solidFill>
                <a:latin typeface="Arial"/>
                <a:ea typeface="Arial"/>
                <a:cs typeface="Arial"/>
              </a:defRPr>
            </a:lvl4pPr>
            <a:lvl5pPr>
              <a:defRPr sz="1500">
                <a:solidFill>
                  <a:srgbClr val="686E75"/>
                </a:solidFill>
                <a:latin typeface="Arial"/>
                <a:ea typeface="Arial"/>
                <a:cs typeface="Arial"/>
              </a:defRPr>
            </a:lvl5pPr>
            <a:lvl6pPr>
              <a:defRPr sz="1500">
                <a:solidFill>
                  <a:srgbClr val="686E75"/>
                </a:solidFill>
                <a:latin typeface="Arial"/>
                <a:ea typeface="Arial"/>
                <a:cs typeface="Arial"/>
              </a:defRPr>
            </a:lvl6pPr>
            <a:lvl7pPr>
              <a:defRPr sz="1500">
                <a:solidFill>
                  <a:srgbClr val="686E75"/>
                </a:solidFill>
                <a:latin typeface="Arial"/>
                <a:ea typeface="Arial"/>
                <a:cs typeface="Arial"/>
              </a:defRPr>
            </a:lvl7pPr>
            <a:lvl8pPr>
              <a:defRPr sz="1500">
                <a:solidFill>
                  <a:srgbClr val="686E75"/>
                </a:solidFill>
                <a:latin typeface="Arial"/>
                <a:ea typeface="Arial"/>
                <a:cs typeface="Arial"/>
              </a:defRPr>
            </a:lvl8pPr>
            <a:lvl9pPr>
              <a:defRPr sz="1500">
                <a:solidFill>
                  <a:srgbClr val="686E75"/>
                </a:solidFill>
                <a:latin typeface="Arial"/>
                <a:ea typeface="Arial"/>
                <a:cs typeface="Arial"/>
              </a:defRPr>
            </a:lvl9pPr>
          </a:lstStyle>
          <a:p>
            <a:pPr>
              <a:lnSpc>
                <a:spcPct val="113000"/>
              </a:lnSpc>
              <a:buNone/>
              <a:defRPr sz="1500">
                <a:solidFill>
                  <a:srgbClr val="686E75"/>
                </a:solidFill>
                <a:latin typeface="Arial"/>
                <a:ea typeface="Arial"/>
                <a:cs typeface="Arial"/>
              </a:defRPr>
            </a:pPr>
            <a:r>
              <a:rPr sz="1500">
                <a:solidFill>
                  <a:srgbClr val="686E75"/>
                </a:solidFill>
                <a:latin typeface="Arial"/>
                <a:ea typeface="Arial"/>
                <a:cs typeface="Arial"/>
              </a:rPr>
              <a:t>Grammar, semantic judgments, inference, classification, coreference, and reading comprehension</a:t>
            </a:r>
          </a:p>
        </p:txBody>
      </p:sp>
      <p:sp>
        <p:nvSpPr>
          <p:cNvPr id="7" name="矩形 6">
            <a:extLst>
              <a:ext uri="{FF2B5EF4-FFF2-40B4-BE49-F238E27FC236}">
                <a16:creationId xmlns:a16="http://schemas.microsoft.com/office/drawing/2014/main" id="{AC4678A9-EA1B-465C-8CAD-CE7AC135647A}"/>
              </a:ext>
            </a:extLst>
          </p:cNvPr>
          <p:cNvSpPr>
            <a:spLocks noGrp="1"/>
          </p:cNvSpPr>
          <p:nvPr/>
        </p:nvSpPr>
        <p:spPr>
          <a:xfrm>
            <a:off x="685800" y="4343400"/>
            <a:ext cx="2952750" cy="19050"/>
          </a:xfrm>
          <a:prstGeom prst="rect">
            <a:avLst/>
          </a:prstGeom>
          <a:solidFill>
            <a:srgbClr val="D9D7D2"/>
          </a:solidFill>
          <a:ln w="0">
            <a:noFill/>
            <a:prstDash val="solid"/>
          </a:ln>
        </p:spPr>
      </p:sp>
      <p:sp>
        <p:nvSpPr>
          <p:cNvPr id="8" name="矩形 7">
            <a:extLst>
              <a:ext uri="{FF2B5EF4-FFF2-40B4-BE49-F238E27FC236}">
                <a16:creationId xmlns:a16="http://schemas.microsoft.com/office/drawing/2014/main" id="{9CF8B493-8A10-4448-A3B5-DA6493B69CA1}"/>
              </a:ext>
            </a:extLst>
          </p:cNvPr>
          <p:cNvSpPr>
            <a:spLocks noGrp="1"/>
          </p:cNvSpPr>
          <p:nvPr/>
        </p:nvSpPr>
        <p:spPr>
          <a:xfrm>
            <a:off x="685800" y="4552950"/>
            <a:ext cx="2952750" cy="552450"/>
          </a:xfrm>
          <a:prstGeom prst="rect">
            <a:avLst/>
          </a:prstGeom>
          <a:noFill/>
          <a:ln w="0">
            <a:noFill/>
            <a:prstDash val="solid"/>
          </a:ln>
        </p:spPr>
        <p:txBody>
          <a:bodyPr wrap="square" lIns="0" tIns="0" rIns="0" bIns="0">
            <a:normAutofit/>
          </a:bodyPr>
          <a:lstStyle>
            <a:defPPr>
              <a:defRPr sz="1200" b="1">
                <a:solidFill>
                  <a:srgbClr val="233342"/>
                </a:solidFill>
                <a:latin typeface="Arial"/>
                <a:ea typeface="Arial"/>
                <a:cs typeface="Arial"/>
              </a:defRPr>
            </a:defPPr>
            <a:lvl1pPr>
              <a:defRPr sz="1200" b="1">
                <a:solidFill>
                  <a:srgbClr val="233342"/>
                </a:solidFill>
                <a:latin typeface="Arial"/>
                <a:ea typeface="Arial"/>
                <a:cs typeface="Arial"/>
              </a:defRPr>
            </a:lvl1pPr>
            <a:lvl2pPr>
              <a:defRPr sz="1200" b="1">
                <a:solidFill>
                  <a:srgbClr val="233342"/>
                </a:solidFill>
                <a:latin typeface="Arial"/>
                <a:ea typeface="Arial"/>
                <a:cs typeface="Arial"/>
              </a:defRPr>
            </a:lvl2pPr>
            <a:lvl3pPr>
              <a:defRPr sz="1200" b="1">
                <a:solidFill>
                  <a:srgbClr val="233342"/>
                </a:solidFill>
                <a:latin typeface="Arial"/>
                <a:ea typeface="Arial"/>
                <a:cs typeface="Arial"/>
              </a:defRPr>
            </a:lvl3pPr>
            <a:lvl4pPr>
              <a:defRPr sz="1200" b="1">
                <a:solidFill>
                  <a:srgbClr val="233342"/>
                </a:solidFill>
                <a:latin typeface="Arial"/>
                <a:ea typeface="Arial"/>
                <a:cs typeface="Arial"/>
              </a:defRPr>
            </a:lvl4pPr>
            <a:lvl5pPr>
              <a:defRPr sz="1200" b="1">
                <a:solidFill>
                  <a:srgbClr val="233342"/>
                </a:solidFill>
                <a:latin typeface="Arial"/>
                <a:ea typeface="Arial"/>
                <a:cs typeface="Arial"/>
              </a:defRPr>
            </a:lvl5pPr>
            <a:lvl6pPr>
              <a:defRPr sz="1200" b="1">
                <a:solidFill>
                  <a:srgbClr val="233342"/>
                </a:solidFill>
                <a:latin typeface="Arial"/>
                <a:ea typeface="Arial"/>
                <a:cs typeface="Arial"/>
              </a:defRPr>
            </a:lvl6pPr>
            <a:lvl7pPr>
              <a:defRPr sz="1200" b="1">
                <a:solidFill>
                  <a:srgbClr val="233342"/>
                </a:solidFill>
                <a:latin typeface="Arial"/>
                <a:ea typeface="Arial"/>
                <a:cs typeface="Arial"/>
              </a:defRPr>
            </a:lvl7pPr>
            <a:lvl8pPr>
              <a:defRPr sz="1200" b="1">
                <a:solidFill>
                  <a:srgbClr val="233342"/>
                </a:solidFill>
                <a:latin typeface="Arial"/>
                <a:ea typeface="Arial"/>
                <a:cs typeface="Arial"/>
              </a:defRPr>
            </a:lvl8pPr>
            <a:lvl9pPr>
              <a:defRPr sz="1200" b="1">
                <a:solidFill>
                  <a:srgbClr val="233342"/>
                </a:solidFill>
                <a:latin typeface="Arial"/>
                <a:ea typeface="Arial"/>
                <a:cs typeface="Arial"/>
              </a:defRPr>
            </a:lvl9pPr>
          </a:lstStyle>
          <a:p>
            <a:pPr>
              <a:defRPr sz="1200" b="1">
                <a:solidFill>
                  <a:srgbClr val="233342"/>
                </a:solidFill>
                <a:latin typeface="Arial"/>
                <a:ea typeface="Arial"/>
                <a:cs typeface="Arial"/>
              </a:defRPr>
            </a:pPr>
            <a:r>
              <a:rPr sz="1200" b="1">
                <a:solidFill>
                  <a:srgbClr val="233342"/>
                </a:solidFill>
                <a:latin typeface="Arial"/>
                <a:ea typeface="Arial"/>
                <a:cs typeface="Arial"/>
              </a:rPr>
              <a:t>Minimal-pair accuracy + fine-tuned task scores</a:t>
            </a:r>
          </a:p>
        </p:txBody>
      </p:sp>
      <p:sp>
        <p:nvSpPr>
          <p:cNvPr id="9" name="矩形 8">
            <a:extLst>
              <a:ext uri="{FF2B5EF4-FFF2-40B4-BE49-F238E27FC236}">
                <a16:creationId xmlns:a16="http://schemas.microsoft.com/office/drawing/2014/main" id="{10EF365B-CFFE-4C14-BD8B-B49DF9D48000}"/>
              </a:ext>
            </a:extLst>
          </p:cNvPr>
          <p:cNvSpPr>
            <a:spLocks noGrp="1"/>
          </p:cNvSpPr>
          <p:nvPr/>
        </p:nvSpPr>
        <p:spPr>
          <a:xfrm>
            <a:off x="4124325" y="1809750"/>
            <a:ext cx="19050" cy="3105150"/>
          </a:xfrm>
          <a:prstGeom prst="rect">
            <a:avLst/>
          </a:prstGeom>
          <a:solidFill>
            <a:srgbClr val="D9D7D2"/>
          </a:solidFill>
          <a:ln w="0">
            <a:noFill/>
            <a:prstDash val="solid"/>
          </a:ln>
        </p:spPr>
      </p:sp>
      <p:sp>
        <p:nvSpPr>
          <p:cNvPr id="10" name="矩形 9">
            <a:extLst>
              <a:ext uri="{FF2B5EF4-FFF2-40B4-BE49-F238E27FC236}">
                <a16:creationId xmlns:a16="http://schemas.microsoft.com/office/drawing/2014/main" id="{3A1B5F54-9DEA-45BB-BBC6-D13CD0B2A6CF}"/>
              </a:ext>
            </a:extLst>
          </p:cNvPr>
          <p:cNvSpPr>
            <a:spLocks noGrp="1"/>
          </p:cNvSpPr>
          <p:nvPr/>
        </p:nvSpPr>
        <p:spPr>
          <a:xfrm>
            <a:off x="4362450" y="1695450"/>
            <a:ext cx="2952750" cy="762000"/>
          </a:xfrm>
          <a:prstGeom prst="rect">
            <a:avLst/>
          </a:prstGeom>
          <a:noFill/>
          <a:ln w="0">
            <a:noFill/>
            <a:prstDash val="solid"/>
          </a:ln>
        </p:spPr>
        <p:txBody>
          <a:bodyPr wrap="square" lIns="0" tIns="0" rIns="0" bIns="0">
            <a:noAutofit/>
          </a:bodyPr>
          <a:lstStyle>
            <a:defPPr>
              <a:defRPr sz="4950" b="1">
                <a:solidFill>
                  <a:srgbClr val="9E1B32"/>
                </a:solidFill>
                <a:latin typeface="Arial"/>
                <a:ea typeface="Arial"/>
                <a:cs typeface="Arial"/>
              </a:defRPr>
            </a:defPPr>
            <a:lvl1pPr>
              <a:defRPr sz="4950" b="1">
                <a:solidFill>
                  <a:srgbClr val="9E1B32"/>
                </a:solidFill>
                <a:latin typeface="Arial"/>
                <a:ea typeface="Arial"/>
                <a:cs typeface="Arial"/>
              </a:defRPr>
            </a:lvl1pPr>
            <a:lvl2pPr>
              <a:defRPr sz="4950" b="1">
                <a:solidFill>
                  <a:srgbClr val="9E1B32"/>
                </a:solidFill>
                <a:latin typeface="Arial"/>
                <a:ea typeface="Arial"/>
                <a:cs typeface="Arial"/>
              </a:defRPr>
            </a:lvl2pPr>
            <a:lvl3pPr>
              <a:defRPr sz="4950" b="1">
                <a:solidFill>
                  <a:srgbClr val="9E1B32"/>
                </a:solidFill>
                <a:latin typeface="Arial"/>
                <a:ea typeface="Arial"/>
                <a:cs typeface="Arial"/>
              </a:defRPr>
            </a:lvl3pPr>
            <a:lvl4pPr>
              <a:defRPr sz="4950" b="1">
                <a:solidFill>
                  <a:srgbClr val="9E1B32"/>
                </a:solidFill>
                <a:latin typeface="Arial"/>
                <a:ea typeface="Arial"/>
                <a:cs typeface="Arial"/>
              </a:defRPr>
            </a:lvl4pPr>
            <a:lvl5pPr>
              <a:defRPr sz="4950" b="1">
                <a:solidFill>
                  <a:srgbClr val="9E1B32"/>
                </a:solidFill>
                <a:latin typeface="Arial"/>
                <a:ea typeface="Arial"/>
                <a:cs typeface="Arial"/>
              </a:defRPr>
            </a:lvl5pPr>
            <a:lvl6pPr>
              <a:defRPr sz="4950" b="1">
                <a:solidFill>
                  <a:srgbClr val="9E1B32"/>
                </a:solidFill>
                <a:latin typeface="Arial"/>
                <a:ea typeface="Arial"/>
                <a:cs typeface="Arial"/>
              </a:defRPr>
            </a:lvl6pPr>
            <a:lvl7pPr>
              <a:defRPr sz="4950" b="1">
                <a:solidFill>
                  <a:srgbClr val="9E1B32"/>
                </a:solidFill>
                <a:latin typeface="Arial"/>
                <a:ea typeface="Arial"/>
                <a:cs typeface="Arial"/>
              </a:defRPr>
            </a:lvl7pPr>
            <a:lvl8pPr>
              <a:defRPr sz="4950" b="1">
                <a:solidFill>
                  <a:srgbClr val="9E1B32"/>
                </a:solidFill>
                <a:latin typeface="Arial"/>
                <a:ea typeface="Arial"/>
                <a:cs typeface="Arial"/>
              </a:defRPr>
            </a:lvl8pPr>
            <a:lvl9pPr>
              <a:defRPr sz="4950" b="1">
                <a:solidFill>
                  <a:srgbClr val="9E1B32"/>
                </a:solidFill>
                <a:latin typeface="Arial"/>
                <a:ea typeface="Arial"/>
                <a:cs typeface="Arial"/>
              </a:defRPr>
            </a:lvl9pPr>
          </a:lstStyle>
          <a:p>
            <a:pPr>
              <a:defRPr sz="4950" b="1">
                <a:solidFill>
                  <a:srgbClr val="9E1B32"/>
                </a:solidFill>
                <a:latin typeface="Arial"/>
                <a:ea typeface="Arial"/>
                <a:cs typeface="Arial"/>
              </a:defRPr>
            </a:pPr>
            <a:r>
              <a:rPr sz="4950" b="1">
                <a:solidFill>
                  <a:srgbClr val="9E1B32"/>
                </a:solidFill>
                <a:latin typeface="Arial"/>
                <a:ea typeface="Arial"/>
                <a:cs typeface="Arial"/>
              </a:rPr>
              <a:t>4</a:t>
            </a:r>
          </a:p>
        </p:txBody>
      </p:sp>
      <p:sp>
        <p:nvSpPr>
          <p:cNvPr id="11" name="矩形 10">
            <a:extLst>
              <a:ext uri="{FF2B5EF4-FFF2-40B4-BE49-F238E27FC236}">
                <a16:creationId xmlns:a16="http://schemas.microsoft.com/office/drawing/2014/main" id="{6DBB9FCE-9A4D-4EED-92AE-45C6843DAB40}"/>
              </a:ext>
            </a:extLst>
          </p:cNvPr>
          <p:cNvSpPr>
            <a:spLocks noGrp="1"/>
          </p:cNvSpPr>
          <p:nvPr/>
        </p:nvSpPr>
        <p:spPr>
          <a:xfrm>
            <a:off x="4362450" y="2571750"/>
            <a:ext cx="3048000" cy="342900"/>
          </a:xfrm>
          <a:prstGeom prst="rect">
            <a:avLst/>
          </a:prstGeom>
          <a:noFill/>
          <a:ln w="0">
            <a:noFill/>
            <a:prstDash val="solid"/>
          </a:ln>
        </p:spPr>
        <p:txBody>
          <a:bodyPr wrap="square" lIns="0" tIns="0" rIns="0" bIns="0">
            <a:normAutofit/>
          </a:bodyPr>
          <a:lstStyle>
            <a:defPPr>
              <a:defRPr sz="1725" b="1">
                <a:solidFill>
                  <a:srgbClr val="20242A"/>
                </a:solidFill>
                <a:latin typeface="Arial"/>
                <a:ea typeface="Arial"/>
                <a:cs typeface="Arial"/>
              </a:defRPr>
            </a:defPPr>
            <a:lvl1pPr>
              <a:defRPr sz="1725" b="1">
                <a:solidFill>
                  <a:srgbClr val="20242A"/>
                </a:solidFill>
                <a:latin typeface="Arial"/>
                <a:ea typeface="Arial"/>
                <a:cs typeface="Arial"/>
              </a:defRPr>
            </a:lvl1pPr>
            <a:lvl2pPr>
              <a:defRPr sz="1725" b="1">
                <a:solidFill>
                  <a:srgbClr val="20242A"/>
                </a:solidFill>
                <a:latin typeface="Arial"/>
                <a:ea typeface="Arial"/>
                <a:cs typeface="Arial"/>
              </a:defRPr>
            </a:lvl2pPr>
            <a:lvl3pPr>
              <a:defRPr sz="1725" b="1">
                <a:solidFill>
                  <a:srgbClr val="20242A"/>
                </a:solidFill>
                <a:latin typeface="Arial"/>
                <a:ea typeface="Arial"/>
                <a:cs typeface="Arial"/>
              </a:defRPr>
            </a:lvl3pPr>
            <a:lvl4pPr>
              <a:defRPr sz="1725" b="1">
                <a:solidFill>
                  <a:srgbClr val="20242A"/>
                </a:solidFill>
                <a:latin typeface="Arial"/>
                <a:ea typeface="Arial"/>
                <a:cs typeface="Arial"/>
              </a:defRPr>
            </a:lvl4pPr>
            <a:lvl5pPr>
              <a:defRPr sz="1725" b="1">
                <a:solidFill>
                  <a:srgbClr val="20242A"/>
                </a:solidFill>
                <a:latin typeface="Arial"/>
                <a:ea typeface="Arial"/>
                <a:cs typeface="Arial"/>
              </a:defRPr>
            </a:lvl5pPr>
            <a:lvl6pPr>
              <a:defRPr sz="1725" b="1">
                <a:solidFill>
                  <a:srgbClr val="20242A"/>
                </a:solidFill>
                <a:latin typeface="Arial"/>
                <a:ea typeface="Arial"/>
                <a:cs typeface="Arial"/>
              </a:defRPr>
            </a:lvl6pPr>
            <a:lvl7pPr>
              <a:defRPr sz="1725" b="1">
                <a:solidFill>
                  <a:srgbClr val="20242A"/>
                </a:solidFill>
                <a:latin typeface="Arial"/>
                <a:ea typeface="Arial"/>
                <a:cs typeface="Arial"/>
              </a:defRPr>
            </a:lvl7pPr>
            <a:lvl8pPr>
              <a:defRPr sz="1725" b="1">
                <a:solidFill>
                  <a:srgbClr val="20242A"/>
                </a:solidFill>
                <a:latin typeface="Arial"/>
                <a:ea typeface="Arial"/>
                <a:cs typeface="Arial"/>
              </a:defRPr>
            </a:lvl8pPr>
            <a:lvl9pPr>
              <a:defRPr sz="1725" b="1">
                <a:solidFill>
                  <a:srgbClr val="20242A"/>
                </a:solidFill>
                <a:latin typeface="Arial"/>
                <a:ea typeface="Arial"/>
                <a:cs typeface="Arial"/>
              </a:defRPr>
            </a:lvl9pPr>
          </a:lstStyle>
          <a:p>
            <a:pPr>
              <a:defRPr sz="1725" b="1">
                <a:solidFill>
                  <a:srgbClr val="20242A"/>
                </a:solidFill>
                <a:latin typeface="Arial"/>
                <a:ea typeface="Arial"/>
                <a:cs typeface="Arial"/>
              </a:defRPr>
            </a:pPr>
            <a:r>
              <a:rPr sz="1725" b="1">
                <a:solidFill>
                  <a:srgbClr val="20242A"/>
                </a:solidFill>
                <a:latin typeface="Arial"/>
                <a:ea typeface="Arial"/>
                <a:cs typeface="Arial"/>
              </a:rPr>
              <a:t>HANZI</a:t>
            </a:r>
          </a:p>
        </p:txBody>
      </p:sp>
      <p:sp>
        <p:nvSpPr>
          <p:cNvPr id="12" name="矩形 11">
            <a:extLst>
              <a:ext uri="{FF2B5EF4-FFF2-40B4-BE49-F238E27FC236}">
                <a16:creationId xmlns:a16="http://schemas.microsoft.com/office/drawing/2014/main" id="{8E4D2411-2A5A-4F2E-BD09-4B8039E2F4B3}"/>
              </a:ext>
            </a:extLst>
          </p:cNvPr>
          <p:cNvSpPr>
            <a:spLocks noGrp="1"/>
          </p:cNvSpPr>
          <p:nvPr/>
        </p:nvSpPr>
        <p:spPr>
          <a:xfrm>
            <a:off x="4362450" y="3133725"/>
            <a:ext cx="2952750" cy="1000125"/>
          </a:xfrm>
          <a:prstGeom prst="rect">
            <a:avLst/>
          </a:prstGeom>
          <a:noFill/>
          <a:ln w="0">
            <a:noFill/>
            <a:prstDash val="solid"/>
          </a:ln>
        </p:spPr>
        <p:txBody>
          <a:bodyPr wrap="square" lIns="0" tIns="0" rIns="0" bIns="0">
            <a:normAutofit/>
          </a:bodyPr>
          <a:lstStyle>
            <a:defPPr>
              <a:defRPr sz="1500">
                <a:solidFill>
                  <a:srgbClr val="686E75"/>
                </a:solidFill>
                <a:latin typeface="Arial"/>
                <a:ea typeface="Arial"/>
                <a:cs typeface="Arial"/>
              </a:defRPr>
            </a:defPPr>
            <a:lvl1pPr>
              <a:defRPr sz="1500">
                <a:solidFill>
                  <a:srgbClr val="686E75"/>
                </a:solidFill>
                <a:latin typeface="Arial"/>
                <a:ea typeface="Arial"/>
                <a:cs typeface="Arial"/>
              </a:defRPr>
            </a:lvl1pPr>
            <a:lvl2pPr>
              <a:defRPr sz="1500">
                <a:solidFill>
                  <a:srgbClr val="686E75"/>
                </a:solidFill>
                <a:latin typeface="Arial"/>
                <a:ea typeface="Arial"/>
                <a:cs typeface="Arial"/>
              </a:defRPr>
            </a:lvl2pPr>
            <a:lvl3pPr>
              <a:defRPr sz="1500">
                <a:solidFill>
                  <a:srgbClr val="686E75"/>
                </a:solidFill>
                <a:latin typeface="Arial"/>
                <a:ea typeface="Arial"/>
                <a:cs typeface="Arial"/>
              </a:defRPr>
            </a:lvl3pPr>
            <a:lvl4pPr>
              <a:defRPr sz="1500">
                <a:solidFill>
                  <a:srgbClr val="686E75"/>
                </a:solidFill>
                <a:latin typeface="Arial"/>
                <a:ea typeface="Arial"/>
                <a:cs typeface="Arial"/>
              </a:defRPr>
            </a:lvl4pPr>
            <a:lvl5pPr>
              <a:defRPr sz="1500">
                <a:solidFill>
                  <a:srgbClr val="686E75"/>
                </a:solidFill>
                <a:latin typeface="Arial"/>
                <a:ea typeface="Arial"/>
                <a:cs typeface="Arial"/>
              </a:defRPr>
            </a:lvl5pPr>
            <a:lvl6pPr>
              <a:defRPr sz="1500">
                <a:solidFill>
                  <a:srgbClr val="686E75"/>
                </a:solidFill>
                <a:latin typeface="Arial"/>
                <a:ea typeface="Arial"/>
                <a:cs typeface="Arial"/>
              </a:defRPr>
            </a:lvl6pPr>
            <a:lvl7pPr>
              <a:defRPr sz="1500">
                <a:solidFill>
                  <a:srgbClr val="686E75"/>
                </a:solidFill>
                <a:latin typeface="Arial"/>
                <a:ea typeface="Arial"/>
                <a:cs typeface="Arial"/>
              </a:defRPr>
            </a:lvl7pPr>
            <a:lvl8pPr>
              <a:defRPr sz="1500">
                <a:solidFill>
                  <a:srgbClr val="686E75"/>
                </a:solidFill>
                <a:latin typeface="Arial"/>
                <a:ea typeface="Arial"/>
                <a:cs typeface="Arial"/>
              </a:defRPr>
            </a:lvl8pPr>
            <a:lvl9pPr>
              <a:defRPr sz="1500">
                <a:solidFill>
                  <a:srgbClr val="686E75"/>
                </a:solidFill>
                <a:latin typeface="Arial"/>
                <a:ea typeface="Arial"/>
                <a:cs typeface="Arial"/>
              </a:defRPr>
            </a:lvl9pPr>
          </a:lstStyle>
          <a:p>
            <a:pPr>
              <a:lnSpc>
                <a:spcPct val="113000"/>
              </a:lnSpc>
              <a:buNone/>
              <a:defRPr sz="1500">
                <a:solidFill>
                  <a:srgbClr val="686E75"/>
                </a:solidFill>
                <a:latin typeface="Arial"/>
                <a:ea typeface="Arial"/>
                <a:cs typeface="Arial"/>
              </a:defRPr>
            </a:pPr>
            <a:r>
              <a:rPr sz="1500">
                <a:solidFill>
                  <a:srgbClr val="686E75"/>
                </a:solidFill>
                <a:latin typeface="Arial"/>
                <a:ea typeface="Arial"/>
                <a:cs typeface="Arial"/>
              </a:rPr>
              <a:t>Character structure and pinyin through zero-shot minimal pairs</a:t>
            </a:r>
          </a:p>
        </p:txBody>
      </p:sp>
      <p:sp>
        <p:nvSpPr>
          <p:cNvPr id="13" name="矩形 12">
            <a:extLst>
              <a:ext uri="{FF2B5EF4-FFF2-40B4-BE49-F238E27FC236}">
                <a16:creationId xmlns:a16="http://schemas.microsoft.com/office/drawing/2014/main" id="{0ED1CD89-1E9A-4159-A88A-1F1A8714F805}"/>
              </a:ext>
            </a:extLst>
          </p:cNvPr>
          <p:cNvSpPr>
            <a:spLocks noGrp="1"/>
          </p:cNvSpPr>
          <p:nvPr/>
        </p:nvSpPr>
        <p:spPr>
          <a:xfrm>
            <a:off x="4362450" y="4343400"/>
            <a:ext cx="2952750" cy="19050"/>
          </a:xfrm>
          <a:prstGeom prst="rect">
            <a:avLst/>
          </a:prstGeom>
          <a:solidFill>
            <a:srgbClr val="D9D7D2"/>
          </a:solidFill>
          <a:ln w="0">
            <a:noFill/>
            <a:prstDash val="solid"/>
          </a:ln>
        </p:spPr>
      </p:sp>
      <p:sp>
        <p:nvSpPr>
          <p:cNvPr id="14" name="矩形 13">
            <a:extLst>
              <a:ext uri="{FF2B5EF4-FFF2-40B4-BE49-F238E27FC236}">
                <a16:creationId xmlns:a16="http://schemas.microsoft.com/office/drawing/2014/main" id="{99D70EB1-E879-4419-9005-8FC16453FF3F}"/>
              </a:ext>
            </a:extLst>
          </p:cNvPr>
          <p:cNvSpPr>
            <a:spLocks noGrp="1"/>
          </p:cNvSpPr>
          <p:nvPr/>
        </p:nvSpPr>
        <p:spPr>
          <a:xfrm>
            <a:off x="4362450" y="4552950"/>
            <a:ext cx="2952750" cy="552450"/>
          </a:xfrm>
          <a:prstGeom prst="rect">
            <a:avLst/>
          </a:prstGeom>
          <a:noFill/>
          <a:ln w="0">
            <a:noFill/>
            <a:prstDash val="solid"/>
          </a:ln>
        </p:spPr>
        <p:txBody>
          <a:bodyPr wrap="square" lIns="0" tIns="0" rIns="0" bIns="0">
            <a:normAutofit/>
          </a:bodyPr>
          <a:lstStyle>
            <a:defPPr>
              <a:defRPr sz="1200" b="1">
                <a:solidFill>
                  <a:srgbClr val="233342"/>
                </a:solidFill>
                <a:latin typeface="Arial"/>
                <a:ea typeface="Arial"/>
                <a:cs typeface="Arial"/>
              </a:defRPr>
            </a:defPPr>
            <a:lvl1pPr>
              <a:defRPr sz="1200" b="1">
                <a:solidFill>
                  <a:srgbClr val="233342"/>
                </a:solidFill>
                <a:latin typeface="Arial"/>
                <a:ea typeface="Arial"/>
                <a:cs typeface="Arial"/>
              </a:defRPr>
            </a:lvl1pPr>
            <a:lvl2pPr>
              <a:defRPr sz="1200" b="1">
                <a:solidFill>
                  <a:srgbClr val="233342"/>
                </a:solidFill>
                <a:latin typeface="Arial"/>
                <a:ea typeface="Arial"/>
                <a:cs typeface="Arial"/>
              </a:defRPr>
            </a:lvl2pPr>
            <a:lvl3pPr>
              <a:defRPr sz="1200" b="1">
                <a:solidFill>
                  <a:srgbClr val="233342"/>
                </a:solidFill>
                <a:latin typeface="Arial"/>
                <a:ea typeface="Arial"/>
                <a:cs typeface="Arial"/>
              </a:defRPr>
            </a:lvl3pPr>
            <a:lvl4pPr>
              <a:defRPr sz="1200" b="1">
                <a:solidFill>
                  <a:srgbClr val="233342"/>
                </a:solidFill>
                <a:latin typeface="Arial"/>
                <a:ea typeface="Arial"/>
                <a:cs typeface="Arial"/>
              </a:defRPr>
            </a:lvl4pPr>
            <a:lvl5pPr>
              <a:defRPr sz="1200" b="1">
                <a:solidFill>
                  <a:srgbClr val="233342"/>
                </a:solidFill>
                <a:latin typeface="Arial"/>
                <a:ea typeface="Arial"/>
                <a:cs typeface="Arial"/>
              </a:defRPr>
            </a:lvl5pPr>
            <a:lvl6pPr>
              <a:defRPr sz="1200" b="1">
                <a:solidFill>
                  <a:srgbClr val="233342"/>
                </a:solidFill>
                <a:latin typeface="Arial"/>
                <a:ea typeface="Arial"/>
                <a:cs typeface="Arial"/>
              </a:defRPr>
            </a:lvl6pPr>
            <a:lvl7pPr>
              <a:defRPr sz="1200" b="1">
                <a:solidFill>
                  <a:srgbClr val="233342"/>
                </a:solidFill>
                <a:latin typeface="Arial"/>
                <a:ea typeface="Arial"/>
                <a:cs typeface="Arial"/>
              </a:defRPr>
            </a:lvl7pPr>
            <a:lvl8pPr>
              <a:defRPr sz="1200" b="1">
                <a:solidFill>
                  <a:srgbClr val="233342"/>
                </a:solidFill>
                <a:latin typeface="Arial"/>
                <a:ea typeface="Arial"/>
                <a:cs typeface="Arial"/>
              </a:defRPr>
            </a:lvl8pPr>
            <a:lvl9pPr>
              <a:defRPr sz="1200" b="1">
                <a:solidFill>
                  <a:srgbClr val="233342"/>
                </a:solidFill>
                <a:latin typeface="Arial"/>
                <a:ea typeface="Arial"/>
                <a:cs typeface="Arial"/>
              </a:defRPr>
            </a:lvl9pPr>
          </a:lstStyle>
          <a:p>
            <a:pPr>
              <a:defRPr sz="1200" b="1">
                <a:solidFill>
                  <a:srgbClr val="233342"/>
                </a:solidFill>
                <a:latin typeface="Arial"/>
                <a:ea typeface="Arial"/>
                <a:cs typeface="Arial"/>
              </a:defRPr>
            </a:pPr>
            <a:r>
              <a:rPr sz="1200" b="1">
                <a:solidFill>
                  <a:srgbClr val="233342"/>
                </a:solidFill>
                <a:latin typeface="Arial"/>
                <a:ea typeface="Arial"/>
                <a:cs typeface="Arial"/>
              </a:rPr>
              <a:t>Zero-shot minimal-pair accuracy</a:t>
            </a:r>
          </a:p>
        </p:txBody>
      </p:sp>
      <p:sp>
        <p:nvSpPr>
          <p:cNvPr id="15" name="矩形 14">
            <a:extLst>
              <a:ext uri="{FF2B5EF4-FFF2-40B4-BE49-F238E27FC236}">
                <a16:creationId xmlns:a16="http://schemas.microsoft.com/office/drawing/2014/main" id="{7E69D42E-FCB0-4E63-A65F-14387A15D38F}"/>
              </a:ext>
            </a:extLst>
          </p:cNvPr>
          <p:cNvSpPr>
            <a:spLocks noGrp="1"/>
          </p:cNvSpPr>
          <p:nvPr/>
        </p:nvSpPr>
        <p:spPr>
          <a:xfrm>
            <a:off x="7800975" y="1809750"/>
            <a:ext cx="19050" cy="3105150"/>
          </a:xfrm>
          <a:prstGeom prst="rect">
            <a:avLst/>
          </a:prstGeom>
          <a:solidFill>
            <a:srgbClr val="D9D7D2"/>
          </a:solidFill>
          <a:ln w="0">
            <a:noFill/>
            <a:prstDash val="solid"/>
          </a:ln>
        </p:spPr>
      </p:sp>
      <p:sp>
        <p:nvSpPr>
          <p:cNvPr id="16" name="矩形 15">
            <a:extLst>
              <a:ext uri="{FF2B5EF4-FFF2-40B4-BE49-F238E27FC236}">
                <a16:creationId xmlns:a16="http://schemas.microsoft.com/office/drawing/2014/main" id="{609D740C-ADC1-4F14-8A44-C5C63A054B76}"/>
              </a:ext>
            </a:extLst>
          </p:cNvPr>
          <p:cNvSpPr>
            <a:spLocks noGrp="1"/>
          </p:cNvSpPr>
          <p:nvPr/>
        </p:nvSpPr>
        <p:spPr>
          <a:xfrm>
            <a:off x="8039100" y="1695450"/>
            <a:ext cx="2952750" cy="762000"/>
          </a:xfrm>
          <a:prstGeom prst="rect">
            <a:avLst/>
          </a:prstGeom>
          <a:noFill/>
          <a:ln w="0">
            <a:noFill/>
            <a:prstDash val="solid"/>
          </a:ln>
        </p:spPr>
        <p:txBody>
          <a:bodyPr wrap="square" lIns="0" tIns="0" rIns="0" bIns="0">
            <a:noAutofit/>
          </a:bodyPr>
          <a:lstStyle>
            <a:defPPr>
              <a:defRPr sz="4950" b="1">
                <a:solidFill>
                  <a:srgbClr val="9E1B32"/>
                </a:solidFill>
                <a:latin typeface="Arial"/>
                <a:ea typeface="Arial"/>
                <a:cs typeface="Arial"/>
              </a:defRPr>
            </a:defPPr>
            <a:lvl1pPr>
              <a:defRPr sz="4950" b="1">
                <a:solidFill>
                  <a:srgbClr val="9E1B32"/>
                </a:solidFill>
                <a:latin typeface="Arial"/>
                <a:ea typeface="Arial"/>
                <a:cs typeface="Arial"/>
              </a:defRPr>
            </a:lvl1pPr>
            <a:lvl2pPr>
              <a:defRPr sz="4950" b="1">
                <a:solidFill>
                  <a:srgbClr val="9E1B32"/>
                </a:solidFill>
                <a:latin typeface="Arial"/>
                <a:ea typeface="Arial"/>
                <a:cs typeface="Arial"/>
              </a:defRPr>
            </a:lvl2pPr>
            <a:lvl3pPr>
              <a:defRPr sz="4950" b="1">
                <a:solidFill>
                  <a:srgbClr val="9E1B32"/>
                </a:solidFill>
                <a:latin typeface="Arial"/>
                <a:ea typeface="Arial"/>
                <a:cs typeface="Arial"/>
              </a:defRPr>
            </a:lvl3pPr>
            <a:lvl4pPr>
              <a:defRPr sz="4950" b="1">
                <a:solidFill>
                  <a:srgbClr val="9E1B32"/>
                </a:solidFill>
                <a:latin typeface="Arial"/>
                <a:ea typeface="Arial"/>
                <a:cs typeface="Arial"/>
              </a:defRPr>
            </a:lvl4pPr>
            <a:lvl5pPr>
              <a:defRPr sz="4950" b="1">
                <a:solidFill>
                  <a:srgbClr val="9E1B32"/>
                </a:solidFill>
                <a:latin typeface="Arial"/>
                <a:ea typeface="Arial"/>
                <a:cs typeface="Arial"/>
              </a:defRPr>
            </a:lvl5pPr>
            <a:lvl6pPr>
              <a:defRPr sz="4950" b="1">
                <a:solidFill>
                  <a:srgbClr val="9E1B32"/>
                </a:solidFill>
                <a:latin typeface="Arial"/>
                <a:ea typeface="Arial"/>
                <a:cs typeface="Arial"/>
              </a:defRPr>
            </a:lvl6pPr>
            <a:lvl7pPr>
              <a:defRPr sz="4950" b="1">
                <a:solidFill>
                  <a:srgbClr val="9E1B32"/>
                </a:solidFill>
                <a:latin typeface="Arial"/>
                <a:ea typeface="Arial"/>
                <a:cs typeface="Arial"/>
              </a:defRPr>
            </a:lvl7pPr>
            <a:lvl8pPr>
              <a:defRPr sz="4950" b="1">
                <a:solidFill>
                  <a:srgbClr val="9E1B32"/>
                </a:solidFill>
                <a:latin typeface="Arial"/>
                <a:ea typeface="Arial"/>
                <a:cs typeface="Arial"/>
              </a:defRPr>
            </a:lvl8pPr>
            <a:lvl9pPr>
              <a:defRPr sz="4950" b="1">
                <a:solidFill>
                  <a:srgbClr val="9E1B32"/>
                </a:solidFill>
                <a:latin typeface="Arial"/>
                <a:ea typeface="Arial"/>
                <a:cs typeface="Arial"/>
              </a:defRPr>
            </a:lvl9pPr>
          </a:lstStyle>
          <a:p>
            <a:pPr>
              <a:defRPr sz="4950" b="1">
                <a:solidFill>
                  <a:srgbClr val="9E1B32"/>
                </a:solidFill>
                <a:latin typeface="Arial"/>
                <a:ea typeface="Arial"/>
                <a:cs typeface="Arial"/>
              </a:defRPr>
            </a:pPr>
            <a:r>
              <a:rPr sz="4950" b="1">
                <a:solidFill>
                  <a:srgbClr val="9E1B32"/>
                </a:solidFill>
                <a:latin typeface="Arial"/>
                <a:ea typeface="Arial"/>
                <a:cs typeface="Arial"/>
              </a:rPr>
              <a:t>2</a:t>
            </a:r>
          </a:p>
        </p:txBody>
      </p:sp>
      <p:sp>
        <p:nvSpPr>
          <p:cNvPr id="17" name="矩形 16">
            <a:extLst>
              <a:ext uri="{FF2B5EF4-FFF2-40B4-BE49-F238E27FC236}">
                <a16:creationId xmlns:a16="http://schemas.microsoft.com/office/drawing/2014/main" id="{8F35418C-2353-4F63-8FD3-B2F2111F4F7E}"/>
              </a:ext>
            </a:extLst>
          </p:cNvPr>
          <p:cNvSpPr>
            <a:spLocks noGrp="1"/>
          </p:cNvSpPr>
          <p:nvPr/>
        </p:nvSpPr>
        <p:spPr>
          <a:xfrm>
            <a:off x="8039100" y="2571750"/>
            <a:ext cx="3048000" cy="342900"/>
          </a:xfrm>
          <a:prstGeom prst="rect">
            <a:avLst/>
          </a:prstGeom>
          <a:noFill/>
          <a:ln w="0">
            <a:noFill/>
            <a:prstDash val="solid"/>
          </a:ln>
        </p:spPr>
        <p:txBody>
          <a:bodyPr wrap="square" lIns="0" tIns="0" rIns="0" bIns="0">
            <a:normAutofit/>
          </a:bodyPr>
          <a:lstStyle>
            <a:defPPr>
              <a:defRPr sz="1725" b="1">
                <a:solidFill>
                  <a:srgbClr val="20242A"/>
                </a:solidFill>
                <a:latin typeface="Arial"/>
                <a:ea typeface="Arial"/>
                <a:cs typeface="Arial"/>
              </a:defRPr>
            </a:defPPr>
            <a:lvl1pPr>
              <a:defRPr sz="1725" b="1">
                <a:solidFill>
                  <a:srgbClr val="20242A"/>
                </a:solidFill>
                <a:latin typeface="Arial"/>
                <a:ea typeface="Arial"/>
                <a:cs typeface="Arial"/>
              </a:defRPr>
            </a:lvl1pPr>
            <a:lvl2pPr>
              <a:defRPr sz="1725" b="1">
                <a:solidFill>
                  <a:srgbClr val="20242A"/>
                </a:solidFill>
                <a:latin typeface="Arial"/>
                <a:ea typeface="Arial"/>
                <a:cs typeface="Arial"/>
              </a:defRPr>
            </a:lvl2pPr>
            <a:lvl3pPr>
              <a:defRPr sz="1725" b="1">
                <a:solidFill>
                  <a:srgbClr val="20242A"/>
                </a:solidFill>
                <a:latin typeface="Arial"/>
                <a:ea typeface="Arial"/>
                <a:cs typeface="Arial"/>
              </a:defRPr>
            </a:lvl3pPr>
            <a:lvl4pPr>
              <a:defRPr sz="1725" b="1">
                <a:solidFill>
                  <a:srgbClr val="20242A"/>
                </a:solidFill>
                <a:latin typeface="Arial"/>
                <a:ea typeface="Arial"/>
                <a:cs typeface="Arial"/>
              </a:defRPr>
            </a:lvl4pPr>
            <a:lvl5pPr>
              <a:defRPr sz="1725" b="1">
                <a:solidFill>
                  <a:srgbClr val="20242A"/>
                </a:solidFill>
                <a:latin typeface="Arial"/>
                <a:ea typeface="Arial"/>
                <a:cs typeface="Arial"/>
              </a:defRPr>
            </a:lvl5pPr>
            <a:lvl6pPr>
              <a:defRPr sz="1725" b="1">
                <a:solidFill>
                  <a:srgbClr val="20242A"/>
                </a:solidFill>
                <a:latin typeface="Arial"/>
                <a:ea typeface="Arial"/>
                <a:cs typeface="Arial"/>
              </a:defRPr>
            </a:lvl6pPr>
            <a:lvl7pPr>
              <a:defRPr sz="1725" b="1">
                <a:solidFill>
                  <a:srgbClr val="20242A"/>
                </a:solidFill>
                <a:latin typeface="Arial"/>
                <a:ea typeface="Arial"/>
                <a:cs typeface="Arial"/>
              </a:defRPr>
            </a:lvl7pPr>
            <a:lvl8pPr>
              <a:defRPr sz="1725" b="1">
                <a:solidFill>
                  <a:srgbClr val="20242A"/>
                </a:solidFill>
                <a:latin typeface="Arial"/>
                <a:ea typeface="Arial"/>
                <a:cs typeface="Arial"/>
              </a:defRPr>
            </a:lvl8pPr>
            <a:lvl9pPr>
              <a:defRPr sz="1725" b="1">
                <a:solidFill>
                  <a:srgbClr val="20242A"/>
                </a:solidFill>
                <a:latin typeface="Arial"/>
                <a:ea typeface="Arial"/>
                <a:cs typeface="Arial"/>
              </a:defRPr>
            </a:lvl9pPr>
          </a:lstStyle>
          <a:p>
            <a:pPr>
              <a:defRPr sz="1725" b="1">
                <a:solidFill>
                  <a:srgbClr val="20242A"/>
                </a:solidFill>
                <a:latin typeface="Arial"/>
                <a:ea typeface="Arial"/>
                <a:cs typeface="Arial"/>
              </a:defRPr>
            </a:pPr>
            <a:r>
              <a:rPr sz="1725" b="1">
                <a:solidFill>
                  <a:srgbClr val="20242A"/>
                </a:solidFill>
                <a:latin typeface="Arial"/>
                <a:ea typeface="Arial"/>
                <a:cs typeface="Arial"/>
              </a:rPr>
              <a:t>COGNITIVE MODELING</a:t>
            </a:r>
          </a:p>
        </p:txBody>
      </p:sp>
      <p:sp>
        <p:nvSpPr>
          <p:cNvPr id="18" name="矩形 17">
            <a:extLst>
              <a:ext uri="{FF2B5EF4-FFF2-40B4-BE49-F238E27FC236}">
                <a16:creationId xmlns:a16="http://schemas.microsoft.com/office/drawing/2014/main" id="{582D4A88-07B5-41C3-9014-833107794ECD}"/>
              </a:ext>
            </a:extLst>
          </p:cNvPr>
          <p:cNvSpPr>
            <a:spLocks noGrp="1"/>
          </p:cNvSpPr>
          <p:nvPr/>
        </p:nvSpPr>
        <p:spPr>
          <a:xfrm>
            <a:off x="8039100" y="3133725"/>
            <a:ext cx="2952750" cy="1000125"/>
          </a:xfrm>
          <a:prstGeom prst="rect">
            <a:avLst/>
          </a:prstGeom>
          <a:noFill/>
          <a:ln w="0">
            <a:noFill/>
            <a:prstDash val="solid"/>
          </a:ln>
        </p:spPr>
        <p:txBody>
          <a:bodyPr wrap="square" lIns="0" tIns="0" rIns="0" bIns="0">
            <a:normAutofit/>
          </a:bodyPr>
          <a:lstStyle>
            <a:defPPr>
              <a:defRPr sz="1500">
                <a:solidFill>
                  <a:srgbClr val="686E75"/>
                </a:solidFill>
                <a:latin typeface="Arial"/>
                <a:ea typeface="Arial"/>
                <a:cs typeface="Arial"/>
              </a:defRPr>
            </a:defPPr>
            <a:lvl1pPr>
              <a:defRPr sz="1500">
                <a:solidFill>
                  <a:srgbClr val="686E75"/>
                </a:solidFill>
                <a:latin typeface="Arial"/>
                <a:ea typeface="Arial"/>
                <a:cs typeface="Arial"/>
              </a:defRPr>
            </a:lvl1pPr>
            <a:lvl2pPr>
              <a:defRPr sz="1500">
                <a:solidFill>
                  <a:srgbClr val="686E75"/>
                </a:solidFill>
                <a:latin typeface="Arial"/>
                <a:ea typeface="Arial"/>
                <a:cs typeface="Arial"/>
              </a:defRPr>
            </a:lvl2pPr>
            <a:lvl3pPr>
              <a:defRPr sz="1500">
                <a:solidFill>
                  <a:srgbClr val="686E75"/>
                </a:solidFill>
                <a:latin typeface="Arial"/>
                <a:ea typeface="Arial"/>
                <a:cs typeface="Arial"/>
              </a:defRPr>
            </a:lvl3pPr>
            <a:lvl4pPr>
              <a:defRPr sz="1500">
                <a:solidFill>
                  <a:srgbClr val="686E75"/>
                </a:solidFill>
                <a:latin typeface="Arial"/>
                <a:ea typeface="Arial"/>
                <a:cs typeface="Arial"/>
              </a:defRPr>
            </a:lvl4pPr>
            <a:lvl5pPr>
              <a:defRPr sz="1500">
                <a:solidFill>
                  <a:srgbClr val="686E75"/>
                </a:solidFill>
                <a:latin typeface="Arial"/>
                <a:ea typeface="Arial"/>
                <a:cs typeface="Arial"/>
              </a:defRPr>
            </a:lvl5pPr>
            <a:lvl6pPr>
              <a:defRPr sz="1500">
                <a:solidFill>
                  <a:srgbClr val="686E75"/>
                </a:solidFill>
                <a:latin typeface="Arial"/>
                <a:ea typeface="Arial"/>
                <a:cs typeface="Arial"/>
              </a:defRPr>
            </a:lvl6pPr>
            <a:lvl7pPr>
              <a:defRPr sz="1500">
                <a:solidFill>
                  <a:srgbClr val="686E75"/>
                </a:solidFill>
                <a:latin typeface="Arial"/>
                <a:ea typeface="Arial"/>
                <a:cs typeface="Arial"/>
              </a:defRPr>
            </a:lvl7pPr>
            <a:lvl8pPr>
              <a:defRPr sz="1500">
                <a:solidFill>
                  <a:srgbClr val="686E75"/>
                </a:solidFill>
                <a:latin typeface="Arial"/>
                <a:ea typeface="Arial"/>
                <a:cs typeface="Arial"/>
              </a:defRPr>
            </a:lvl8pPr>
            <a:lvl9pPr>
              <a:defRPr sz="1500">
                <a:solidFill>
                  <a:srgbClr val="686E75"/>
                </a:solidFill>
                <a:latin typeface="Arial"/>
                <a:ea typeface="Arial"/>
                <a:cs typeface="Arial"/>
              </a:defRPr>
            </a:lvl9pPr>
          </a:lstStyle>
          <a:p>
            <a:pPr>
              <a:lnSpc>
                <a:spcPct val="113000"/>
              </a:lnSpc>
              <a:buNone/>
              <a:defRPr sz="1500">
                <a:solidFill>
                  <a:srgbClr val="686E75"/>
                </a:solidFill>
                <a:latin typeface="Arial"/>
                <a:ea typeface="Arial"/>
                <a:cs typeface="Arial"/>
              </a:defRPr>
            </a:pPr>
            <a:r>
              <a:rPr sz="1500">
                <a:solidFill>
                  <a:srgbClr val="686E75"/>
                </a:solidFill>
                <a:latin typeface="Arial"/>
                <a:ea typeface="Arial"/>
                <a:cs typeface="Arial"/>
              </a:rPr>
              <a:t>Word- and discourse-level alignment with human fMRI responses</a:t>
            </a:r>
          </a:p>
        </p:txBody>
      </p:sp>
      <p:sp>
        <p:nvSpPr>
          <p:cNvPr id="19" name="矩形 18">
            <a:extLst>
              <a:ext uri="{FF2B5EF4-FFF2-40B4-BE49-F238E27FC236}">
                <a16:creationId xmlns:a16="http://schemas.microsoft.com/office/drawing/2014/main" id="{DBD03E9C-CA00-4CF3-B503-4B47624B91F4}"/>
              </a:ext>
            </a:extLst>
          </p:cNvPr>
          <p:cNvSpPr>
            <a:spLocks noGrp="1"/>
          </p:cNvSpPr>
          <p:nvPr/>
        </p:nvSpPr>
        <p:spPr>
          <a:xfrm>
            <a:off x="8039100" y="4343400"/>
            <a:ext cx="2952750" cy="19050"/>
          </a:xfrm>
          <a:prstGeom prst="rect">
            <a:avLst/>
          </a:prstGeom>
          <a:solidFill>
            <a:srgbClr val="D9D7D2"/>
          </a:solidFill>
          <a:ln w="0">
            <a:noFill/>
            <a:prstDash val="solid"/>
          </a:ln>
        </p:spPr>
      </p:sp>
      <p:sp>
        <p:nvSpPr>
          <p:cNvPr id="20" name="矩形 19">
            <a:extLst>
              <a:ext uri="{FF2B5EF4-FFF2-40B4-BE49-F238E27FC236}">
                <a16:creationId xmlns:a16="http://schemas.microsoft.com/office/drawing/2014/main" id="{C98D12A5-3435-438E-86FD-75D7F9CDFCC7}"/>
              </a:ext>
            </a:extLst>
          </p:cNvPr>
          <p:cNvSpPr>
            <a:spLocks noGrp="1"/>
          </p:cNvSpPr>
          <p:nvPr/>
        </p:nvSpPr>
        <p:spPr>
          <a:xfrm>
            <a:off x="8039100" y="4552950"/>
            <a:ext cx="2952750" cy="552450"/>
          </a:xfrm>
          <a:prstGeom prst="rect">
            <a:avLst/>
          </a:prstGeom>
          <a:noFill/>
          <a:ln w="0">
            <a:noFill/>
            <a:prstDash val="solid"/>
          </a:ln>
        </p:spPr>
        <p:txBody>
          <a:bodyPr wrap="square" lIns="0" tIns="0" rIns="0" bIns="0">
            <a:normAutofit/>
          </a:bodyPr>
          <a:lstStyle>
            <a:defPPr>
              <a:defRPr sz="1200" b="1">
                <a:solidFill>
                  <a:srgbClr val="233342"/>
                </a:solidFill>
                <a:latin typeface="Arial"/>
                <a:ea typeface="Arial"/>
                <a:cs typeface="Arial"/>
              </a:defRPr>
            </a:defPPr>
            <a:lvl1pPr>
              <a:defRPr sz="1200" b="1">
                <a:solidFill>
                  <a:srgbClr val="233342"/>
                </a:solidFill>
                <a:latin typeface="Arial"/>
                <a:ea typeface="Arial"/>
                <a:cs typeface="Arial"/>
              </a:defRPr>
            </a:lvl1pPr>
            <a:lvl2pPr>
              <a:defRPr sz="1200" b="1">
                <a:solidFill>
                  <a:srgbClr val="233342"/>
                </a:solidFill>
                <a:latin typeface="Arial"/>
                <a:ea typeface="Arial"/>
                <a:cs typeface="Arial"/>
              </a:defRPr>
            </a:lvl2pPr>
            <a:lvl3pPr>
              <a:defRPr sz="1200" b="1">
                <a:solidFill>
                  <a:srgbClr val="233342"/>
                </a:solidFill>
                <a:latin typeface="Arial"/>
                <a:ea typeface="Arial"/>
                <a:cs typeface="Arial"/>
              </a:defRPr>
            </a:lvl3pPr>
            <a:lvl4pPr>
              <a:defRPr sz="1200" b="1">
                <a:solidFill>
                  <a:srgbClr val="233342"/>
                </a:solidFill>
                <a:latin typeface="Arial"/>
                <a:ea typeface="Arial"/>
                <a:cs typeface="Arial"/>
              </a:defRPr>
            </a:lvl4pPr>
            <a:lvl5pPr>
              <a:defRPr sz="1200" b="1">
                <a:solidFill>
                  <a:srgbClr val="233342"/>
                </a:solidFill>
                <a:latin typeface="Arial"/>
                <a:ea typeface="Arial"/>
                <a:cs typeface="Arial"/>
              </a:defRPr>
            </a:lvl5pPr>
            <a:lvl6pPr>
              <a:defRPr sz="1200" b="1">
                <a:solidFill>
                  <a:srgbClr val="233342"/>
                </a:solidFill>
                <a:latin typeface="Arial"/>
                <a:ea typeface="Arial"/>
                <a:cs typeface="Arial"/>
              </a:defRPr>
            </a:lvl6pPr>
            <a:lvl7pPr>
              <a:defRPr sz="1200" b="1">
                <a:solidFill>
                  <a:srgbClr val="233342"/>
                </a:solidFill>
                <a:latin typeface="Arial"/>
                <a:ea typeface="Arial"/>
                <a:cs typeface="Arial"/>
              </a:defRPr>
            </a:lvl7pPr>
            <a:lvl8pPr>
              <a:defRPr sz="1200" b="1">
                <a:solidFill>
                  <a:srgbClr val="233342"/>
                </a:solidFill>
                <a:latin typeface="Arial"/>
                <a:ea typeface="Arial"/>
                <a:cs typeface="Arial"/>
              </a:defRPr>
            </a:lvl8pPr>
            <a:lvl9pPr>
              <a:defRPr sz="1200" b="1">
                <a:solidFill>
                  <a:srgbClr val="233342"/>
                </a:solidFill>
                <a:latin typeface="Arial"/>
                <a:ea typeface="Arial"/>
                <a:cs typeface="Arial"/>
              </a:defRPr>
            </a:lvl9pPr>
          </a:lstStyle>
          <a:p>
            <a:pPr>
              <a:defRPr sz="1200" b="1">
                <a:solidFill>
                  <a:srgbClr val="233342"/>
                </a:solidFill>
                <a:latin typeface="Arial"/>
                <a:ea typeface="Arial"/>
                <a:cs typeface="Arial"/>
              </a:defRPr>
            </a:pPr>
            <a:r>
              <a:rPr sz="1200" b="1">
                <a:solidFill>
                  <a:srgbClr val="233342"/>
                </a:solidFill>
                <a:latin typeface="Arial"/>
                <a:ea typeface="Arial"/>
                <a:cs typeface="Arial"/>
              </a:rPr>
              <a:t>Correlation-based encoding scores</a:t>
            </a:r>
          </a:p>
        </p:txBody>
      </p:sp>
      <p:sp>
        <p:nvSpPr>
          <p:cNvPr id="21" name="evaluation-protocol-strip">
            <a:extLst>
              <a:ext uri="{FF2B5EF4-FFF2-40B4-BE49-F238E27FC236}">
                <a16:creationId xmlns:a16="http://schemas.microsoft.com/office/drawing/2014/main" id="{A5914E90-046D-4C09-9EBF-E0D49ED63D23}"/>
              </a:ext>
            </a:extLst>
          </p:cNvPr>
          <p:cNvSpPr>
            <a:spLocks noGrp="1"/>
          </p:cNvSpPr>
          <p:nvPr/>
        </p:nvSpPr>
        <p:spPr>
          <a:xfrm>
            <a:off x="685800" y="5457825"/>
            <a:ext cx="10820400" cy="685800"/>
          </a:xfrm>
          <a:prstGeom prst="rect">
            <a:avLst/>
          </a:prstGeom>
          <a:solidFill>
            <a:srgbClr val="F4F3F0"/>
          </a:solidFill>
          <a:ln w="0">
            <a:noFill/>
            <a:prstDash val="solid"/>
          </a:ln>
        </p:spPr>
      </p:sp>
      <p:sp>
        <p:nvSpPr>
          <p:cNvPr id="22" name="矩形 21">
            <a:extLst>
              <a:ext uri="{FF2B5EF4-FFF2-40B4-BE49-F238E27FC236}">
                <a16:creationId xmlns:a16="http://schemas.microsoft.com/office/drawing/2014/main" id="{070AAE15-DD66-40B3-80EF-AE4BA47F5D4D}"/>
              </a:ext>
            </a:extLst>
          </p:cNvPr>
          <p:cNvSpPr>
            <a:spLocks noGrp="1"/>
          </p:cNvSpPr>
          <p:nvPr/>
        </p:nvSpPr>
        <p:spPr>
          <a:xfrm>
            <a:off x="971550" y="5619750"/>
            <a:ext cx="3905250" cy="285750"/>
          </a:xfrm>
          <a:prstGeom prst="rect">
            <a:avLst/>
          </a:prstGeom>
          <a:noFill/>
          <a:ln w="0">
            <a:noFill/>
            <a:prstDash val="solid"/>
          </a:ln>
        </p:spPr>
        <p:txBody>
          <a:bodyPr wrap="square" lIns="0" tIns="0" rIns="0" bIns="0">
            <a:noAutofit/>
          </a:bodyPr>
          <a:lstStyle>
            <a:defPPr algn="ctr">
              <a:defRPr sz="1425" b="1">
                <a:solidFill>
                  <a:srgbClr val="233342"/>
                </a:solidFill>
                <a:latin typeface="Arial"/>
                <a:ea typeface="Arial"/>
                <a:cs typeface="Arial"/>
              </a:defRPr>
            </a:defPPr>
            <a:lvl1pPr algn="ctr">
              <a:defRPr sz="1425" b="1">
                <a:solidFill>
                  <a:srgbClr val="233342"/>
                </a:solidFill>
                <a:latin typeface="Arial"/>
                <a:ea typeface="Arial"/>
                <a:cs typeface="Arial"/>
              </a:defRPr>
            </a:lvl1pPr>
            <a:lvl2pPr algn="ctr">
              <a:defRPr sz="1425" b="1">
                <a:solidFill>
                  <a:srgbClr val="233342"/>
                </a:solidFill>
                <a:latin typeface="Arial"/>
                <a:ea typeface="Arial"/>
                <a:cs typeface="Arial"/>
              </a:defRPr>
            </a:lvl2pPr>
            <a:lvl3pPr algn="ctr">
              <a:defRPr sz="1425" b="1">
                <a:solidFill>
                  <a:srgbClr val="233342"/>
                </a:solidFill>
                <a:latin typeface="Arial"/>
                <a:ea typeface="Arial"/>
                <a:cs typeface="Arial"/>
              </a:defRPr>
            </a:lvl3pPr>
            <a:lvl4pPr algn="ctr">
              <a:defRPr sz="1425" b="1">
                <a:solidFill>
                  <a:srgbClr val="233342"/>
                </a:solidFill>
                <a:latin typeface="Arial"/>
                <a:ea typeface="Arial"/>
                <a:cs typeface="Arial"/>
              </a:defRPr>
            </a:lvl4pPr>
            <a:lvl5pPr algn="ctr">
              <a:defRPr sz="1425" b="1">
                <a:solidFill>
                  <a:srgbClr val="233342"/>
                </a:solidFill>
                <a:latin typeface="Arial"/>
                <a:ea typeface="Arial"/>
                <a:cs typeface="Arial"/>
              </a:defRPr>
            </a:lvl5pPr>
            <a:lvl6pPr algn="ctr">
              <a:defRPr sz="1425" b="1">
                <a:solidFill>
                  <a:srgbClr val="233342"/>
                </a:solidFill>
                <a:latin typeface="Arial"/>
                <a:ea typeface="Arial"/>
                <a:cs typeface="Arial"/>
              </a:defRPr>
            </a:lvl6pPr>
            <a:lvl7pPr algn="ctr">
              <a:defRPr sz="1425" b="1">
                <a:solidFill>
                  <a:srgbClr val="233342"/>
                </a:solidFill>
                <a:latin typeface="Arial"/>
                <a:ea typeface="Arial"/>
                <a:cs typeface="Arial"/>
              </a:defRPr>
            </a:lvl7pPr>
            <a:lvl8pPr algn="ctr">
              <a:defRPr sz="1425" b="1">
                <a:solidFill>
                  <a:srgbClr val="233342"/>
                </a:solidFill>
                <a:latin typeface="Arial"/>
                <a:ea typeface="Arial"/>
                <a:cs typeface="Arial"/>
              </a:defRPr>
            </a:lvl8pPr>
            <a:lvl9pPr algn="ctr">
              <a:defRPr sz="1425" b="1">
                <a:solidFill>
                  <a:srgbClr val="233342"/>
                </a:solidFill>
                <a:latin typeface="Arial"/>
                <a:ea typeface="Arial"/>
                <a:cs typeface="Arial"/>
              </a:defRPr>
            </a:lvl9pPr>
          </a:lstStyle>
          <a:p>
            <a:pPr algn="ctr">
              <a:defRPr sz="1425" b="1">
                <a:solidFill>
                  <a:srgbClr val="233342"/>
                </a:solidFill>
                <a:latin typeface="Arial"/>
                <a:ea typeface="Arial"/>
                <a:cs typeface="Arial"/>
              </a:defRPr>
            </a:pPr>
            <a:r>
              <a:rPr sz="1425" b="1">
                <a:solidFill>
                  <a:srgbClr val="233342"/>
                </a:solidFill>
                <a:latin typeface="Arial"/>
                <a:ea typeface="Arial"/>
                <a:cs typeface="Arial"/>
              </a:rPr>
              <a:t>OPEN DEVELOPMENT TASKS</a:t>
            </a:r>
          </a:p>
        </p:txBody>
      </p:sp>
      <p:sp>
        <p:nvSpPr>
          <p:cNvPr id="23" name="矩形 22">
            <a:extLst>
              <a:ext uri="{FF2B5EF4-FFF2-40B4-BE49-F238E27FC236}">
                <a16:creationId xmlns:a16="http://schemas.microsoft.com/office/drawing/2014/main" id="{E5D9209D-0A84-43EA-8515-97E3B11FFFF5}"/>
              </a:ext>
            </a:extLst>
          </p:cNvPr>
          <p:cNvSpPr>
            <a:spLocks noGrp="1"/>
          </p:cNvSpPr>
          <p:nvPr/>
        </p:nvSpPr>
        <p:spPr>
          <a:xfrm>
            <a:off x="5810250" y="5619750"/>
            <a:ext cx="571500" cy="285750"/>
          </a:xfrm>
          <a:prstGeom prst="rect">
            <a:avLst/>
          </a:prstGeom>
          <a:noFill/>
          <a:ln w="0">
            <a:noFill/>
            <a:prstDash val="solid"/>
          </a:ln>
        </p:spPr>
        <p:txBody>
          <a:bodyPr wrap="square" lIns="0" tIns="0" rIns="0" bIns="0">
            <a:noAutofit/>
          </a:bodyPr>
          <a:lstStyle>
            <a:defPPr algn="ctr">
              <a:defRPr sz="1800" b="1">
                <a:solidFill>
                  <a:srgbClr val="C49A2C"/>
                </a:solidFill>
                <a:latin typeface="Arial"/>
                <a:ea typeface="Arial"/>
                <a:cs typeface="Arial"/>
              </a:defRPr>
            </a:defPPr>
            <a:lvl1pPr algn="ctr">
              <a:defRPr sz="1800" b="1">
                <a:solidFill>
                  <a:srgbClr val="C49A2C"/>
                </a:solidFill>
                <a:latin typeface="Arial"/>
                <a:ea typeface="Arial"/>
                <a:cs typeface="Arial"/>
              </a:defRPr>
            </a:lvl1pPr>
            <a:lvl2pPr algn="ctr">
              <a:defRPr sz="1800" b="1">
                <a:solidFill>
                  <a:srgbClr val="C49A2C"/>
                </a:solidFill>
                <a:latin typeface="Arial"/>
                <a:ea typeface="Arial"/>
                <a:cs typeface="Arial"/>
              </a:defRPr>
            </a:lvl2pPr>
            <a:lvl3pPr algn="ctr">
              <a:defRPr sz="1800" b="1">
                <a:solidFill>
                  <a:srgbClr val="C49A2C"/>
                </a:solidFill>
                <a:latin typeface="Arial"/>
                <a:ea typeface="Arial"/>
                <a:cs typeface="Arial"/>
              </a:defRPr>
            </a:lvl3pPr>
            <a:lvl4pPr algn="ctr">
              <a:defRPr sz="1800" b="1">
                <a:solidFill>
                  <a:srgbClr val="C49A2C"/>
                </a:solidFill>
                <a:latin typeface="Arial"/>
                <a:ea typeface="Arial"/>
                <a:cs typeface="Arial"/>
              </a:defRPr>
            </a:lvl4pPr>
            <a:lvl5pPr algn="ctr">
              <a:defRPr sz="1800" b="1">
                <a:solidFill>
                  <a:srgbClr val="C49A2C"/>
                </a:solidFill>
                <a:latin typeface="Arial"/>
                <a:ea typeface="Arial"/>
                <a:cs typeface="Arial"/>
              </a:defRPr>
            </a:lvl5pPr>
            <a:lvl6pPr algn="ctr">
              <a:defRPr sz="1800" b="1">
                <a:solidFill>
                  <a:srgbClr val="C49A2C"/>
                </a:solidFill>
                <a:latin typeface="Arial"/>
                <a:ea typeface="Arial"/>
                <a:cs typeface="Arial"/>
              </a:defRPr>
            </a:lvl6pPr>
            <a:lvl7pPr algn="ctr">
              <a:defRPr sz="1800" b="1">
                <a:solidFill>
                  <a:srgbClr val="C49A2C"/>
                </a:solidFill>
                <a:latin typeface="Arial"/>
                <a:ea typeface="Arial"/>
                <a:cs typeface="Arial"/>
              </a:defRPr>
            </a:lvl7pPr>
            <a:lvl8pPr algn="ctr">
              <a:defRPr sz="1800" b="1">
                <a:solidFill>
                  <a:srgbClr val="C49A2C"/>
                </a:solidFill>
                <a:latin typeface="Arial"/>
                <a:ea typeface="Arial"/>
                <a:cs typeface="Arial"/>
              </a:defRPr>
            </a:lvl8pPr>
            <a:lvl9pPr algn="ctr">
              <a:defRPr sz="1800" b="1">
                <a:solidFill>
                  <a:srgbClr val="C49A2C"/>
                </a:solidFill>
                <a:latin typeface="Arial"/>
                <a:ea typeface="Arial"/>
                <a:cs typeface="Arial"/>
              </a:defRPr>
            </a:lvl9pPr>
          </a:lstStyle>
          <a:p>
            <a:pPr algn="ctr">
              <a:defRPr sz="1800" b="1">
                <a:solidFill>
                  <a:srgbClr val="C49A2C"/>
                </a:solidFill>
                <a:latin typeface="Arial"/>
                <a:ea typeface="Arial"/>
                <a:cs typeface="Arial"/>
              </a:defRPr>
            </a:pPr>
            <a:r>
              <a:rPr sz="1800" b="1">
                <a:solidFill>
                  <a:srgbClr val="C49A2C"/>
                </a:solidFill>
                <a:latin typeface="Arial"/>
                <a:ea typeface="Arial"/>
                <a:cs typeface="Arial"/>
              </a:rPr>
              <a:t>+</a:t>
            </a:r>
          </a:p>
        </p:txBody>
      </p:sp>
      <p:sp>
        <p:nvSpPr>
          <p:cNvPr id="24" name="矩形 23">
            <a:extLst>
              <a:ext uri="{FF2B5EF4-FFF2-40B4-BE49-F238E27FC236}">
                <a16:creationId xmlns:a16="http://schemas.microsoft.com/office/drawing/2014/main" id="{7BA68E87-4247-434E-9A46-A48869B4282A}"/>
              </a:ext>
            </a:extLst>
          </p:cNvPr>
          <p:cNvSpPr>
            <a:spLocks noGrp="1"/>
          </p:cNvSpPr>
          <p:nvPr/>
        </p:nvSpPr>
        <p:spPr>
          <a:xfrm>
            <a:off x="7162800" y="5619750"/>
            <a:ext cx="3390900" cy="285750"/>
          </a:xfrm>
          <a:prstGeom prst="rect">
            <a:avLst/>
          </a:prstGeom>
          <a:noFill/>
          <a:ln w="0">
            <a:noFill/>
            <a:prstDash val="solid"/>
          </a:ln>
        </p:spPr>
        <p:txBody>
          <a:bodyPr wrap="square" lIns="0" tIns="0" rIns="0" bIns="0">
            <a:noAutofit/>
          </a:bodyPr>
          <a:lstStyle>
            <a:defPPr algn="ctr">
              <a:defRPr sz="1425" b="1">
                <a:solidFill>
                  <a:srgbClr val="9E1B32"/>
                </a:solidFill>
                <a:latin typeface="Arial"/>
                <a:ea typeface="Arial"/>
                <a:cs typeface="Arial"/>
              </a:defRPr>
            </a:defPPr>
            <a:lvl1pPr algn="ctr">
              <a:defRPr sz="1425" b="1">
                <a:solidFill>
                  <a:srgbClr val="9E1B32"/>
                </a:solidFill>
                <a:latin typeface="Arial"/>
                <a:ea typeface="Arial"/>
                <a:cs typeface="Arial"/>
              </a:defRPr>
            </a:lvl1pPr>
            <a:lvl2pPr algn="ctr">
              <a:defRPr sz="1425" b="1">
                <a:solidFill>
                  <a:srgbClr val="9E1B32"/>
                </a:solidFill>
                <a:latin typeface="Arial"/>
                <a:ea typeface="Arial"/>
                <a:cs typeface="Arial"/>
              </a:defRPr>
            </a:lvl2pPr>
            <a:lvl3pPr algn="ctr">
              <a:defRPr sz="1425" b="1">
                <a:solidFill>
                  <a:srgbClr val="9E1B32"/>
                </a:solidFill>
                <a:latin typeface="Arial"/>
                <a:ea typeface="Arial"/>
                <a:cs typeface="Arial"/>
              </a:defRPr>
            </a:lvl3pPr>
            <a:lvl4pPr algn="ctr">
              <a:defRPr sz="1425" b="1">
                <a:solidFill>
                  <a:srgbClr val="9E1B32"/>
                </a:solidFill>
                <a:latin typeface="Arial"/>
                <a:ea typeface="Arial"/>
                <a:cs typeface="Arial"/>
              </a:defRPr>
            </a:lvl4pPr>
            <a:lvl5pPr algn="ctr">
              <a:defRPr sz="1425" b="1">
                <a:solidFill>
                  <a:srgbClr val="9E1B32"/>
                </a:solidFill>
                <a:latin typeface="Arial"/>
                <a:ea typeface="Arial"/>
                <a:cs typeface="Arial"/>
              </a:defRPr>
            </a:lvl5pPr>
            <a:lvl6pPr algn="ctr">
              <a:defRPr sz="1425" b="1">
                <a:solidFill>
                  <a:srgbClr val="9E1B32"/>
                </a:solidFill>
                <a:latin typeface="Arial"/>
                <a:ea typeface="Arial"/>
                <a:cs typeface="Arial"/>
              </a:defRPr>
            </a:lvl6pPr>
            <a:lvl7pPr algn="ctr">
              <a:defRPr sz="1425" b="1">
                <a:solidFill>
                  <a:srgbClr val="9E1B32"/>
                </a:solidFill>
                <a:latin typeface="Arial"/>
                <a:ea typeface="Arial"/>
                <a:cs typeface="Arial"/>
              </a:defRPr>
            </a:lvl7pPr>
            <a:lvl8pPr algn="ctr">
              <a:defRPr sz="1425" b="1">
                <a:solidFill>
                  <a:srgbClr val="9E1B32"/>
                </a:solidFill>
                <a:latin typeface="Arial"/>
                <a:ea typeface="Arial"/>
                <a:cs typeface="Arial"/>
              </a:defRPr>
            </a:lvl8pPr>
            <a:lvl9pPr algn="ctr">
              <a:defRPr sz="1425" b="1">
                <a:solidFill>
                  <a:srgbClr val="9E1B32"/>
                </a:solidFill>
                <a:latin typeface="Arial"/>
                <a:ea typeface="Arial"/>
                <a:cs typeface="Arial"/>
              </a:defRPr>
            </a:lvl9pPr>
          </a:lstStyle>
          <a:p>
            <a:pPr algn="ctr">
              <a:defRPr sz="1425" b="1">
                <a:solidFill>
                  <a:srgbClr val="9E1B32"/>
                </a:solidFill>
                <a:latin typeface="Arial"/>
                <a:ea typeface="Arial"/>
                <a:cs typeface="Arial"/>
              </a:defRPr>
            </a:pPr>
            <a:r>
              <a:rPr sz="1425" b="1">
                <a:solidFill>
                  <a:srgbClr val="9E1B32"/>
                </a:solidFill>
                <a:latin typeface="Arial"/>
                <a:ea typeface="Arial"/>
                <a:cs typeface="Arial"/>
              </a:rPr>
              <a:t>HIDDEN FINAL TASKS</a:t>
            </a:r>
          </a:p>
        </p:txBody>
      </p:sp>
      <p:sp>
        <p:nvSpPr>
          <p:cNvPr id="25" name="slide-4-footer-label">
            <a:extLst>
              <a:ext uri="{FF2B5EF4-FFF2-40B4-BE49-F238E27FC236}">
                <a16:creationId xmlns:a16="http://schemas.microsoft.com/office/drawing/2014/main" id="{4C13F1E4-67A4-4B01-8698-631EE193F524}"/>
              </a:ext>
            </a:extLst>
          </p:cNvPr>
          <p:cNvSpPr>
            <a:spLocks noGrp="1"/>
          </p:cNvSpPr>
          <p:nvPr/>
        </p:nvSpPr>
        <p:spPr>
          <a:xfrm>
            <a:off x="685800" y="6486525"/>
            <a:ext cx="3048000" cy="171450"/>
          </a:xfrm>
          <a:prstGeom prst="rect">
            <a:avLst/>
          </a:prstGeom>
          <a:noFill/>
          <a:ln w="0">
            <a:noFill/>
            <a:prstDash val="solid"/>
          </a:ln>
        </p:spPr>
        <p:txBody>
          <a:bodyPr wrap="square" lIns="0" tIns="0" rIns="0" bIns="0">
            <a:noAutofit/>
          </a:bodyPr>
          <a:lstStyle>
            <a:defPPr>
              <a:defRPr sz="975">
                <a:solidFill>
                  <a:srgbClr val="A5A9AE"/>
                </a:solidFill>
                <a:latin typeface="Arial"/>
                <a:ea typeface="Arial"/>
                <a:cs typeface="Arial"/>
              </a:defRPr>
            </a:defPPr>
            <a:lvl1pPr>
              <a:defRPr sz="975">
                <a:solidFill>
                  <a:srgbClr val="A5A9AE"/>
                </a:solidFill>
                <a:latin typeface="Arial"/>
                <a:ea typeface="Arial"/>
                <a:cs typeface="Arial"/>
              </a:defRPr>
            </a:lvl1pPr>
            <a:lvl2pPr>
              <a:defRPr sz="975">
                <a:solidFill>
                  <a:srgbClr val="A5A9AE"/>
                </a:solidFill>
                <a:latin typeface="Arial"/>
                <a:ea typeface="Arial"/>
                <a:cs typeface="Arial"/>
              </a:defRPr>
            </a:lvl2pPr>
            <a:lvl3pPr>
              <a:defRPr sz="975">
                <a:solidFill>
                  <a:srgbClr val="A5A9AE"/>
                </a:solidFill>
                <a:latin typeface="Arial"/>
                <a:ea typeface="Arial"/>
                <a:cs typeface="Arial"/>
              </a:defRPr>
            </a:lvl3pPr>
            <a:lvl4pPr>
              <a:defRPr sz="975">
                <a:solidFill>
                  <a:srgbClr val="A5A9AE"/>
                </a:solidFill>
                <a:latin typeface="Arial"/>
                <a:ea typeface="Arial"/>
                <a:cs typeface="Arial"/>
              </a:defRPr>
            </a:lvl4pPr>
            <a:lvl5pPr>
              <a:defRPr sz="975">
                <a:solidFill>
                  <a:srgbClr val="A5A9AE"/>
                </a:solidFill>
                <a:latin typeface="Arial"/>
                <a:ea typeface="Arial"/>
                <a:cs typeface="Arial"/>
              </a:defRPr>
            </a:lvl5pPr>
            <a:lvl6pPr>
              <a:defRPr sz="975">
                <a:solidFill>
                  <a:srgbClr val="A5A9AE"/>
                </a:solidFill>
                <a:latin typeface="Arial"/>
                <a:ea typeface="Arial"/>
                <a:cs typeface="Arial"/>
              </a:defRPr>
            </a:lvl6pPr>
            <a:lvl7pPr>
              <a:defRPr sz="975">
                <a:solidFill>
                  <a:srgbClr val="A5A9AE"/>
                </a:solidFill>
                <a:latin typeface="Arial"/>
                <a:ea typeface="Arial"/>
                <a:cs typeface="Arial"/>
              </a:defRPr>
            </a:lvl7pPr>
            <a:lvl8pPr>
              <a:defRPr sz="975">
                <a:solidFill>
                  <a:srgbClr val="A5A9AE"/>
                </a:solidFill>
                <a:latin typeface="Arial"/>
                <a:ea typeface="Arial"/>
                <a:cs typeface="Arial"/>
              </a:defRPr>
            </a:lvl8pPr>
            <a:lvl9pPr>
              <a:defRPr sz="975">
                <a:solidFill>
                  <a:srgbClr val="A5A9AE"/>
                </a:solidFill>
                <a:latin typeface="Arial"/>
                <a:ea typeface="Arial"/>
                <a:cs typeface="Arial"/>
              </a:defRPr>
            </a:lvl9pPr>
          </a:lstStyle>
          <a:p>
            <a:pPr>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6" name="slide-4-footer-number">
            <a:extLst>
              <a:ext uri="{FF2B5EF4-FFF2-40B4-BE49-F238E27FC236}">
                <a16:creationId xmlns:a16="http://schemas.microsoft.com/office/drawing/2014/main" id="{F99695F2-4C5C-4675-B114-4511F4DF668C}"/>
              </a:ext>
            </a:extLst>
          </p:cNvPr>
          <p:cNvSpPr>
            <a:spLocks noGrp="1"/>
          </p:cNvSpPr>
          <p:nvPr/>
        </p:nvSpPr>
        <p:spPr>
          <a:xfrm>
            <a:off x="11001375" y="6467475"/>
            <a:ext cx="504825" cy="190500"/>
          </a:xfrm>
          <a:prstGeom prst="rect">
            <a:avLst/>
          </a:prstGeom>
          <a:noFill/>
          <a:ln w="0">
            <a:noFill/>
            <a:prstDash val="solid"/>
          </a:ln>
        </p:spPr>
        <p:txBody>
          <a:bodyPr wrap="square" lIns="0" tIns="0" rIns="0" bIns="0">
            <a:noAutofit/>
          </a:bodyPr>
          <a:lstStyle>
            <a:defPPr algn="r">
              <a:defRPr sz="1050" b="1">
                <a:solidFill>
                  <a:srgbClr val="9E1B32"/>
                </a:solidFill>
                <a:latin typeface="Arial"/>
                <a:ea typeface="Arial"/>
                <a:cs typeface="Arial"/>
              </a:defRPr>
            </a:defPPr>
            <a:lvl1pPr algn="r">
              <a:defRPr sz="1050" b="1">
                <a:solidFill>
                  <a:srgbClr val="9E1B32"/>
                </a:solidFill>
                <a:latin typeface="Arial"/>
                <a:ea typeface="Arial"/>
                <a:cs typeface="Arial"/>
              </a:defRPr>
            </a:lvl1pPr>
            <a:lvl2pPr algn="r">
              <a:defRPr sz="1050" b="1">
                <a:solidFill>
                  <a:srgbClr val="9E1B32"/>
                </a:solidFill>
                <a:latin typeface="Arial"/>
                <a:ea typeface="Arial"/>
                <a:cs typeface="Arial"/>
              </a:defRPr>
            </a:lvl2pPr>
            <a:lvl3pPr algn="r">
              <a:defRPr sz="1050" b="1">
                <a:solidFill>
                  <a:srgbClr val="9E1B32"/>
                </a:solidFill>
                <a:latin typeface="Arial"/>
                <a:ea typeface="Arial"/>
                <a:cs typeface="Arial"/>
              </a:defRPr>
            </a:lvl3pPr>
            <a:lvl4pPr algn="r">
              <a:defRPr sz="1050" b="1">
                <a:solidFill>
                  <a:srgbClr val="9E1B32"/>
                </a:solidFill>
                <a:latin typeface="Arial"/>
                <a:ea typeface="Arial"/>
                <a:cs typeface="Arial"/>
              </a:defRPr>
            </a:lvl4pPr>
            <a:lvl5pPr algn="r">
              <a:defRPr sz="1050" b="1">
                <a:solidFill>
                  <a:srgbClr val="9E1B32"/>
                </a:solidFill>
                <a:latin typeface="Arial"/>
                <a:ea typeface="Arial"/>
                <a:cs typeface="Arial"/>
              </a:defRPr>
            </a:lvl5pPr>
            <a:lvl6pPr algn="r">
              <a:defRPr sz="1050" b="1">
                <a:solidFill>
                  <a:srgbClr val="9E1B32"/>
                </a:solidFill>
                <a:latin typeface="Arial"/>
                <a:ea typeface="Arial"/>
                <a:cs typeface="Arial"/>
              </a:defRPr>
            </a:lvl6pPr>
            <a:lvl7pPr algn="r">
              <a:defRPr sz="1050" b="1">
                <a:solidFill>
                  <a:srgbClr val="9E1B32"/>
                </a:solidFill>
                <a:latin typeface="Arial"/>
                <a:ea typeface="Arial"/>
                <a:cs typeface="Arial"/>
              </a:defRPr>
            </a:lvl7pPr>
            <a:lvl8pPr algn="r">
              <a:defRPr sz="1050" b="1">
                <a:solidFill>
                  <a:srgbClr val="9E1B32"/>
                </a:solidFill>
                <a:latin typeface="Arial"/>
                <a:ea typeface="Arial"/>
                <a:cs typeface="Arial"/>
              </a:defRPr>
            </a:lvl8pPr>
            <a:lvl9pPr algn="r">
              <a:defRPr sz="1050" b="1">
                <a:solidFill>
                  <a:srgbClr val="9E1B32"/>
                </a:solidFill>
                <a:latin typeface="Arial"/>
                <a:ea typeface="Arial"/>
                <a:cs typeface="Arial"/>
              </a:defRPr>
            </a:lvl9pPr>
          </a:lstStyle>
          <a:p>
            <a:pPr algn="r">
              <a:defRPr sz="1050" b="1">
                <a:solidFill>
                  <a:srgbClr val="9E1B32"/>
                </a:solidFill>
                <a:latin typeface="Arial"/>
                <a:ea typeface="Arial"/>
                <a:cs typeface="Arial"/>
              </a:defRPr>
            </a:pPr>
            <a:r>
              <a:rPr sz="1050" b="1">
                <a:solidFill>
                  <a:srgbClr val="9E1B32"/>
                </a:solidFill>
                <a:latin typeface="Arial"/>
                <a:ea typeface="Arial"/>
                <a:cs typeface="Arial"/>
              </a:rPr>
              <a:t>04</a:t>
            </a:r>
          </a:p>
        </p:txBody>
      </p:sp>
    </p:spTree>
    <p:extLst>
      <p:ext uri="{BB962C8B-B14F-4D97-AF65-F5344CB8AC3E}">
        <p14:creationId xmlns:p14="http://schemas.microsoft.com/office/powerpoint/2010/main" val="990775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slide-5-title">
            <a:extLst>
              <a:ext uri="{FF2B5EF4-FFF2-40B4-BE49-F238E27FC236}">
                <a16:creationId xmlns:a16="http://schemas.microsoft.com/office/drawing/2014/main" id="{78A583D8-32CC-4F33-B0B4-B24608150094}"/>
              </a:ext>
            </a:extLst>
          </p:cNvPr>
          <p:cNvSpPr>
            <a:spLocks noGrp="1"/>
          </p:cNvSpPr>
          <p:nvPr/>
        </p:nvSpPr>
        <p:spPr>
          <a:xfrm>
            <a:off x="685800" y="409575"/>
            <a:ext cx="10001250" cy="533400"/>
          </a:xfrm>
          <a:prstGeom prst="rect">
            <a:avLst/>
          </a:prstGeom>
          <a:noFill/>
          <a:ln w="0">
            <a:noFill/>
            <a:prstDash val="solid"/>
          </a:ln>
        </p:spPr>
        <p:txBody>
          <a:bodyPr wrap="square" lIns="0" tIns="0" rIns="0" bIns="0">
            <a:noAutofit/>
          </a:bodyPr>
          <a:lstStyle>
            <a:defPPr>
              <a:defRPr sz="3150" b="1">
                <a:solidFill>
                  <a:srgbClr val="20242A"/>
                </a:solidFill>
                <a:latin typeface="Arial"/>
                <a:ea typeface="Arial"/>
                <a:cs typeface="Arial"/>
              </a:defRPr>
            </a:defPPr>
            <a:lvl1pPr>
              <a:defRPr sz="3150" b="1">
                <a:solidFill>
                  <a:srgbClr val="20242A"/>
                </a:solidFill>
                <a:latin typeface="Arial"/>
                <a:ea typeface="Arial"/>
                <a:cs typeface="Arial"/>
              </a:defRPr>
            </a:lvl1pPr>
            <a:lvl2pPr>
              <a:defRPr sz="3150" b="1">
                <a:solidFill>
                  <a:srgbClr val="20242A"/>
                </a:solidFill>
                <a:latin typeface="Arial"/>
                <a:ea typeface="Arial"/>
                <a:cs typeface="Arial"/>
              </a:defRPr>
            </a:lvl2pPr>
            <a:lvl3pPr>
              <a:defRPr sz="3150" b="1">
                <a:solidFill>
                  <a:srgbClr val="20242A"/>
                </a:solidFill>
                <a:latin typeface="Arial"/>
                <a:ea typeface="Arial"/>
                <a:cs typeface="Arial"/>
              </a:defRPr>
            </a:lvl3pPr>
            <a:lvl4pPr>
              <a:defRPr sz="3150" b="1">
                <a:solidFill>
                  <a:srgbClr val="20242A"/>
                </a:solidFill>
                <a:latin typeface="Arial"/>
                <a:ea typeface="Arial"/>
                <a:cs typeface="Arial"/>
              </a:defRPr>
            </a:lvl4pPr>
            <a:lvl5pPr>
              <a:defRPr sz="3150" b="1">
                <a:solidFill>
                  <a:srgbClr val="20242A"/>
                </a:solidFill>
                <a:latin typeface="Arial"/>
                <a:ea typeface="Arial"/>
                <a:cs typeface="Arial"/>
              </a:defRPr>
            </a:lvl5pPr>
            <a:lvl6pPr>
              <a:defRPr sz="3150" b="1">
                <a:solidFill>
                  <a:srgbClr val="20242A"/>
                </a:solidFill>
                <a:latin typeface="Arial"/>
                <a:ea typeface="Arial"/>
                <a:cs typeface="Arial"/>
              </a:defRPr>
            </a:lvl6pPr>
            <a:lvl7pPr>
              <a:defRPr sz="3150" b="1">
                <a:solidFill>
                  <a:srgbClr val="20242A"/>
                </a:solidFill>
                <a:latin typeface="Arial"/>
                <a:ea typeface="Arial"/>
                <a:cs typeface="Arial"/>
              </a:defRPr>
            </a:lvl7pPr>
            <a:lvl8pPr>
              <a:defRPr sz="3150" b="1">
                <a:solidFill>
                  <a:srgbClr val="20242A"/>
                </a:solidFill>
                <a:latin typeface="Arial"/>
                <a:ea typeface="Arial"/>
                <a:cs typeface="Arial"/>
              </a:defRPr>
            </a:lvl8pPr>
            <a:lvl9pPr>
              <a:defRPr sz="3150" b="1">
                <a:solidFill>
                  <a:srgbClr val="20242A"/>
                </a:solidFill>
                <a:latin typeface="Arial"/>
                <a:ea typeface="Arial"/>
                <a:cs typeface="Arial"/>
              </a:defRPr>
            </a:lvl9pPr>
          </a:lstStyle>
          <a:p>
            <a:pPr>
              <a:defRPr sz="3150" b="1">
                <a:solidFill>
                  <a:srgbClr val="20242A"/>
                </a:solidFill>
                <a:latin typeface="Arial"/>
                <a:ea typeface="Arial"/>
                <a:cs typeface="Arial"/>
              </a:defRPr>
            </a:pPr>
            <a:r>
              <a:rPr lang="en-US" sz="3150" b="1" dirty="0">
                <a:solidFill>
                  <a:srgbClr val="20242A"/>
                </a:solidFill>
                <a:latin typeface="Arial"/>
                <a:ea typeface="Arial"/>
                <a:cs typeface="Arial"/>
              </a:rPr>
              <a:t>Final Results</a:t>
            </a:r>
            <a:endParaRPr sz="3150" b="1" dirty="0">
              <a:solidFill>
                <a:srgbClr val="20242A"/>
              </a:solidFill>
              <a:latin typeface="Arial"/>
              <a:ea typeface="Arial"/>
              <a:cs typeface="Arial"/>
            </a:endParaRPr>
          </a:p>
        </p:txBody>
      </p:sp>
      <p:sp>
        <p:nvSpPr>
          <p:cNvPr id="2" name="slide-5-top-rule">
            <a:extLst>
              <a:ext uri="{FF2B5EF4-FFF2-40B4-BE49-F238E27FC236}">
                <a16:creationId xmlns:a16="http://schemas.microsoft.com/office/drawing/2014/main" id="{F390E3A6-536F-44BF-8D35-E6B2786B4B10}"/>
              </a:ext>
            </a:extLst>
          </p:cNvPr>
          <p:cNvSpPr>
            <a:spLocks noGrp="1"/>
          </p:cNvSpPr>
          <p:nvPr/>
        </p:nvSpPr>
        <p:spPr>
          <a:xfrm>
            <a:off x="685800" y="1057275"/>
            <a:ext cx="10820400" cy="19050"/>
          </a:xfrm>
          <a:prstGeom prst="rect">
            <a:avLst/>
          </a:prstGeom>
          <a:solidFill>
            <a:srgbClr val="D9D7D2"/>
          </a:solidFill>
          <a:ln w="0">
            <a:noFill/>
            <a:prstDash val="solid"/>
          </a:ln>
        </p:spPr>
      </p:sp>
      <p:sp>
        <p:nvSpPr>
          <p:cNvPr id="3" name="矩形 2">
            <a:extLst>
              <a:ext uri="{FF2B5EF4-FFF2-40B4-BE49-F238E27FC236}">
                <a16:creationId xmlns:a16="http://schemas.microsoft.com/office/drawing/2014/main" id="{FAD781C5-7393-4663-8BDC-322B8ECEE64C}"/>
              </a:ext>
            </a:extLst>
          </p:cNvPr>
          <p:cNvSpPr>
            <a:spLocks noGrp="1"/>
          </p:cNvSpPr>
          <p:nvPr/>
        </p:nvSpPr>
        <p:spPr>
          <a:xfrm>
            <a:off x="685800" y="1381125"/>
            <a:ext cx="2381250" cy="571500"/>
          </a:xfrm>
          <a:prstGeom prst="rect">
            <a:avLst/>
          </a:prstGeom>
          <a:noFill/>
          <a:ln w="0">
            <a:noFill/>
            <a:prstDash val="solid"/>
          </a:ln>
        </p:spPr>
        <p:txBody>
          <a:bodyPr wrap="square" lIns="0" tIns="0" rIns="0" bIns="0">
            <a:noAutofit/>
          </a:bodyPr>
          <a:lstStyle>
            <a:defPPr algn="ctr">
              <a:defRPr sz="3600" b="1">
                <a:solidFill>
                  <a:srgbClr val="9E1B32"/>
                </a:solidFill>
                <a:latin typeface="Arial"/>
                <a:ea typeface="Arial"/>
                <a:cs typeface="Arial"/>
              </a:defRPr>
            </a:defPPr>
            <a:lvl1pPr algn="ctr">
              <a:defRPr sz="3600" b="1">
                <a:solidFill>
                  <a:srgbClr val="9E1B32"/>
                </a:solidFill>
                <a:latin typeface="Arial"/>
                <a:ea typeface="Arial"/>
                <a:cs typeface="Arial"/>
              </a:defRPr>
            </a:lvl1pPr>
            <a:lvl2pPr algn="ctr">
              <a:defRPr sz="3600" b="1">
                <a:solidFill>
                  <a:srgbClr val="9E1B32"/>
                </a:solidFill>
                <a:latin typeface="Arial"/>
                <a:ea typeface="Arial"/>
                <a:cs typeface="Arial"/>
              </a:defRPr>
            </a:lvl2pPr>
            <a:lvl3pPr algn="ctr">
              <a:defRPr sz="3600" b="1">
                <a:solidFill>
                  <a:srgbClr val="9E1B32"/>
                </a:solidFill>
                <a:latin typeface="Arial"/>
                <a:ea typeface="Arial"/>
                <a:cs typeface="Arial"/>
              </a:defRPr>
            </a:lvl3pPr>
            <a:lvl4pPr algn="ctr">
              <a:defRPr sz="3600" b="1">
                <a:solidFill>
                  <a:srgbClr val="9E1B32"/>
                </a:solidFill>
                <a:latin typeface="Arial"/>
                <a:ea typeface="Arial"/>
                <a:cs typeface="Arial"/>
              </a:defRPr>
            </a:lvl4pPr>
            <a:lvl5pPr algn="ctr">
              <a:defRPr sz="3600" b="1">
                <a:solidFill>
                  <a:srgbClr val="9E1B32"/>
                </a:solidFill>
                <a:latin typeface="Arial"/>
                <a:ea typeface="Arial"/>
                <a:cs typeface="Arial"/>
              </a:defRPr>
            </a:lvl5pPr>
            <a:lvl6pPr algn="ctr">
              <a:defRPr sz="3600" b="1">
                <a:solidFill>
                  <a:srgbClr val="9E1B32"/>
                </a:solidFill>
                <a:latin typeface="Arial"/>
                <a:ea typeface="Arial"/>
                <a:cs typeface="Arial"/>
              </a:defRPr>
            </a:lvl6pPr>
            <a:lvl7pPr algn="ctr">
              <a:defRPr sz="3600" b="1">
                <a:solidFill>
                  <a:srgbClr val="9E1B32"/>
                </a:solidFill>
                <a:latin typeface="Arial"/>
                <a:ea typeface="Arial"/>
                <a:cs typeface="Arial"/>
              </a:defRPr>
            </a:lvl7pPr>
            <a:lvl8pPr algn="ctr">
              <a:defRPr sz="3600" b="1">
                <a:solidFill>
                  <a:srgbClr val="9E1B32"/>
                </a:solidFill>
                <a:latin typeface="Arial"/>
                <a:ea typeface="Arial"/>
                <a:cs typeface="Arial"/>
              </a:defRPr>
            </a:lvl8pPr>
            <a:lvl9pPr algn="ctr">
              <a:defRPr sz="3600" b="1">
                <a:solidFill>
                  <a:srgbClr val="9E1B32"/>
                </a:solidFill>
                <a:latin typeface="Arial"/>
                <a:ea typeface="Arial"/>
                <a:cs typeface="Arial"/>
              </a:defRPr>
            </a:lvl9pPr>
          </a:lstStyle>
          <a:p>
            <a:pPr algn="ctr">
              <a:defRPr sz="3600" b="1">
                <a:solidFill>
                  <a:srgbClr val="9E1B32"/>
                </a:solidFill>
                <a:latin typeface="Arial"/>
                <a:ea typeface="Arial"/>
                <a:cs typeface="Arial"/>
              </a:defRPr>
            </a:pPr>
            <a:r>
              <a:rPr sz="3600" b="1">
                <a:solidFill>
                  <a:srgbClr val="9E1B32"/>
                </a:solidFill>
                <a:latin typeface="Arial"/>
                <a:ea typeface="Arial"/>
                <a:cs typeface="Arial"/>
              </a:rPr>
              <a:t>18</a:t>
            </a:r>
          </a:p>
        </p:txBody>
      </p:sp>
      <p:sp>
        <p:nvSpPr>
          <p:cNvPr id="4" name="矩形 3">
            <a:extLst>
              <a:ext uri="{FF2B5EF4-FFF2-40B4-BE49-F238E27FC236}">
                <a16:creationId xmlns:a16="http://schemas.microsoft.com/office/drawing/2014/main" id="{37006372-47FD-4D10-8B7D-392A95FC54B9}"/>
              </a:ext>
            </a:extLst>
          </p:cNvPr>
          <p:cNvSpPr>
            <a:spLocks noGrp="1"/>
          </p:cNvSpPr>
          <p:nvPr/>
        </p:nvSpPr>
        <p:spPr>
          <a:xfrm>
            <a:off x="685800" y="1952625"/>
            <a:ext cx="2381250" cy="266700"/>
          </a:xfrm>
          <a:prstGeom prst="rect">
            <a:avLst/>
          </a:prstGeom>
          <a:noFill/>
          <a:ln w="0">
            <a:noFill/>
            <a:prstDash val="solid"/>
          </a:ln>
        </p:spPr>
        <p:txBody>
          <a:bodyPr wrap="square" lIns="0" tIns="0" rIns="0" bIns="0">
            <a:noAutofit/>
          </a:bodyPr>
          <a:lstStyle>
            <a:defPPr algn="ctr">
              <a:defRPr sz="1425" b="1">
                <a:solidFill>
                  <a:srgbClr val="686E75"/>
                </a:solidFill>
                <a:latin typeface="Arial"/>
                <a:ea typeface="Arial"/>
                <a:cs typeface="Arial"/>
              </a:defRPr>
            </a:defPPr>
            <a:lvl1pPr algn="ctr">
              <a:defRPr sz="1425" b="1">
                <a:solidFill>
                  <a:srgbClr val="686E75"/>
                </a:solidFill>
                <a:latin typeface="Arial"/>
                <a:ea typeface="Arial"/>
                <a:cs typeface="Arial"/>
              </a:defRPr>
            </a:lvl1pPr>
            <a:lvl2pPr algn="ctr">
              <a:defRPr sz="1425" b="1">
                <a:solidFill>
                  <a:srgbClr val="686E75"/>
                </a:solidFill>
                <a:latin typeface="Arial"/>
                <a:ea typeface="Arial"/>
                <a:cs typeface="Arial"/>
              </a:defRPr>
            </a:lvl2pPr>
            <a:lvl3pPr algn="ctr">
              <a:defRPr sz="1425" b="1">
                <a:solidFill>
                  <a:srgbClr val="686E75"/>
                </a:solidFill>
                <a:latin typeface="Arial"/>
                <a:ea typeface="Arial"/>
                <a:cs typeface="Arial"/>
              </a:defRPr>
            </a:lvl3pPr>
            <a:lvl4pPr algn="ctr">
              <a:defRPr sz="1425" b="1">
                <a:solidFill>
                  <a:srgbClr val="686E75"/>
                </a:solidFill>
                <a:latin typeface="Arial"/>
                <a:ea typeface="Arial"/>
                <a:cs typeface="Arial"/>
              </a:defRPr>
            </a:lvl4pPr>
            <a:lvl5pPr algn="ctr">
              <a:defRPr sz="1425" b="1">
                <a:solidFill>
                  <a:srgbClr val="686E75"/>
                </a:solidFill>
                <a:latin typeface="Arial"/>
                <a:ea typeface="Arial"/>
                <a:cs typeface="Arial"/>
              </a:defRPr>
            </a:lvl5pPr>
            <a:lvl6pPr algn="ctr">
              <a:defRPr sz="1425" b="1">
                <a:solidFill>
                  <a:srgbClr val="686E75"/>
                </a:solidFill>
                <a:latin typeface="Arial"/>
                <a:ea typeface="Arial"/>
                <a:cs typeface="Arial"/>
              </a:defRPr>
            </a:lvl6pPr>
            <a:lvl7pPr algn="ctr">
              <a:defRPr sz="1425" b="1">
                <a:solidFill>
                  <a:srgbClr val="686E75"/>
                </a:solidFill>
                <a:latin typeface="Arial"/>
                <a:ea typeface="Arial"/>
                <a:cs typeface="Arial"/>
              </a:defRPr>
            </a:lvl7pPr>
            <a:lvl8pPr algn="ctr">
              <a:defRPr sz="1425" b="1">
                <a:solidFill>
                  <a:srgbClr val="686E75"/>
                </a:solidFill>
                <a:latin typeface="Arial"/>
                <a:ea typeface="Arial"/>
                <a:cs typeface="Arial"/>
              </a:defRPr>
            </a:lvl8pPr>
            <a:lvl9pPr algn="ctr">
              <a:defRPr sz="1425" b="1">
                <a:solidFill>
                  <a:srgbClr val="686E75"/>
                </a:solidFill>
                <a:latin typeface="Arial"/>
                <a:ea typeface="Arial"/>
                <a:cs typeface="Arial"/>
              </a:defRPr>
            </a:lvl9pPr>
          </a:lstStyle>
          <a:p>
            <a:pPr algn="ctr">
              <a:defRPr sz="1425" b="1">
                <a:solidFill>
                  <a:srgbClr val="686E75"/>
                </a:solidFill>
                <a:latin typeface="Arial"/>
                <a:ea typeface="Arial"/>
                <a:cs typeface="Arial"/>
              </a:defRPr>
            </a:pPr>
            <a:r>
              <a:rPr sz="1425" b="1">
                <a:solidFill>
                  <a:srgbClr val="686E75"/>
                </a:solidFill>
                <a:latin typeface="Arial"/>
                <a:ea typeface="Arial"/>
                <a:cs typeface="Arial"/>
              </a:rPr>
              <a:t>TEAMS</a:t>
            </a:r>
          </a:p>
        </p:txBody>
      </p:sp>
      <p:sp>
        <p:nvSpPr>
          <p:cNvPr id="5" name="矩形 4">
            <a:extLst>
              <a:ext uri="{FF2B5EF4-FFF2-40B4-BE49-F238E27FC236}">
                <a16:creationId xmlns:a16="http://schemas.microsoft.com/office/drawing/2014/main" id="{FC934118-7B31-4E44-A216-A1B15DC64FDE}"/>
              </a:ext>
            </a:extLst>
          </p:cNvPr>
          <p:cNvSpPr>
            <a:spLocks noGrp="1"/>
          </p:cNvSpPr>
          <p:nvPr/>
        </p:nvSpPr>
        <p:spPr>
          <a:xfrm>
            <a:off x="3390900" y="1381125"/>
            <a:ext cx="2381250" cy="571500"/>
          </a:xfrm>
          <a:prstGeom prst="rect">
            <a:avLst/>
          </a:prstGeom>
          <a:noFill/>
          <a:ln w="0">
            <a:noFill/>
            <a:prstDash val="solid"/>
          </a:ln>
        </p:spPr>
        <p:txBody>
          <a:bodyPr wrap="square" lIns="0" tIns="0" rIns="0" bIns="0">
            <a:noAutofit/>
          </a:bodyPr>
          <a:lstStyle>
            <a:defPPr algn="ctr">
              <a:defRPr sz="3600" b="1">
                <a:solidFill>
                  <a:srgbClr val="9E1B32"/>
                </a:solidFill>
                <a:latin typeface="Arial"/>
                <a:ea typeface="Arial"/>
                <a:cs typeface="Arial"/>
              </a:defRPr>
            </a:defPPr>
            <a:lvl1pPr algn="ctr">
              <a:defRPr sz="3600" b="1">
                <a:solidFill>
                  <a:srgbClr val="9E1B32"/>
                </a:solidFill>
                <a:latin typeface="Arial"/>
                <a:ea typeface="Arial"/>
                <a:cs typeface="Arial"/>
              </a:defRPr>
            </a:lvl1pPr>
            <a:lvl2pPr algn="ctr">
              <a:defRPr sz="3600" b="1">
                <a:solidFill>
                  <a:srgbClr val="9E1B32"/>
                </a:solidFill>
                <a:latin typeface="Arial"/>
                <a:ea typeface="Arial"/>
                <a:cs typeface="Arial"/>
              </a:defRPr>
            </a:lvl2pPr>
            <a:lvl3pPr algn="ctr">
              <a:defRPr sz="3600" b="1">
                <a:solidFill>
                  <a:srgbClr val="9E1B32"/>
                </a:solidFill>
                <a:latin typeface="Arial"/>
                <a:ea typeface="Arial"/>
                <a:cs typeface="Arial"/>
              </a:defRPr>
            </a:lvl3pPr>
            <a:lvl4pPr algn="ctr">
              <a:defRPr sz="3600" b="1">
                <a:solidFill>
                  <a:srgbClr val="9E1B32"/>
                </a:solidFill>
                <a:latin typeface="Arial"/>
                <a:ea typeface="Arial"/>
                <a:cs typeface="Arial"/>
              </a:defRPr>
            </a:lvl4pPr>
            <a:lvl5pPr algn="ctr">
              <a:defRPr sz="3600" b="1">
                <a:solidFill>
                  <a:srgbClr val="9E1B32"/>
                </a:solidFill>
                <a:latin typeface="Arial"/>
                <a:ea typeface="Arial"/>
                <a:cs typeface="Arial"/>
              </a:defRPr>
            </a:lvl5pPr>
            <a:lvl6pPr algn="ctr">
              <a:defRPr sz="3600" b="1">
                <a:solidFill>
                  <a:srgbClr val="9E1B32"/>
                </a:solidFill>
                <a:latin typeface="Arial"/>
                <a:ea typeface="Arial"/>
                <a:cs typeface="Arial"/>
              </a:defRPr>
            </a:lvl6pPr>
            <a:lvl7pPr algn="ctr">
              <a:defRPr sz="3600" b="1">
                <a:solidFill>
                  <a:srgbClr val="9E1B32"/>
                </a:solidFill>
                <a:latin typeface="Arial"/>
                <a:ea typeface="Arial"/>
                <a:cs typeface="Arial"/>
              </a:defRPr>
            </a:lvl7pPr>
            <a:lvl8pPr algn="ctr">
              <a:defRPr sz="3600" b="1">
                <a:solidFill>
                  <a:srgbClr val="9E1B32"/>
                </a:solidFill>
                <a:latin typeface="Arial"/>
                <a:ea typeface="Arial"/>
                <a:cs typeface="Arial"/>
              </a:defRPr>
            </a:lvl8pPr>
            <a:lvl9pPr algn="ctr">
              <a:defRPr sz="3600" b="1">
                <a:solidFill>
                  <a:srgbClr val="9E1B32"/>
                </a:solidFill>
                <a:latin typeface="Arial"/>
                <a:ea typeface="Arial"/>
                <a:cs typeface="Arial"/>
              </a:defRPr>
            </a:lvl9pPr>
          </a:lstStyle>
          <a:p>
            <a:pPr algn="ctr">
              <a:defRPr sz="3600" b="1">
                <a:solidFill>
                  <a:srgbClr val="9E1B32"/>
                </a:solidFill>
                <a:latin typeface="Arial"/>
                <a:ea typeface="Arial"/>
                <a:cs typeface="Arial"/>
              </a:defRPr>
            </a:pPr>
            <a:r>
              <a:rPr sz="3600" b="1">
                <a:solidFill>
                  <a:srgbClr val="9E1B32"/>
                </a:solidFill>
                <a:latin typeface="Arial"/>
                <a:ea typeface="Arial"/>
                <a:cs typeface="Arial"/>
              </a:rPr>
              <a:t>28</a:t>
            </a:r>
          </a:p>
        </p:txBody>
      </p:sp>
      <p:sp>
        <p:nvSpPr>
          <p:cNvPr id="6" name="矩形 5">
            <a:extLst>
              <a:ext uri="{FF2B5EF4-FFF2-40B4-BE49-F238E27FC236}">
                <a16:creationId xmlns:a16="http://schemas.microsoft.com/office/drawing/2014/main" id="{5B2327B5-A3E5-4056-8700-7AFDF12097C1}"/>
              </a:ext>
            </a:extLst>
          </p:cNvPr>
          <p:cNvSpPr>
            <a:spLocks noGrp="1"/>
          </p:cNvSpPr>
          <p:nvPr/>
        </p:nvSpPr>
        <p:spPr>
          <a:xfrm>
            <a:off x="3390900" y="1952625"/>
            <a:ext cx="2381250" cy="266700"/>
          </a:xfrm>
          <a:prstGeom prst="rect">
            <a:avLst/>
          </a:prstGeom>
          <a:noFill/>
          <a:ln w="0">
            <a:noFill/>
            <a:prstDash val="solid"/>
          </a:ln>
        </p:spPr>
        <p:txBody>
          <a:bodyPr wrap="square" lIns="0" tIns="0" rIns="0" bIns="0">
            <a:noAutofit/>
          </a:bodyPr>
          <a:lstStyle>
            <a:defPPr algn="ctr">
              <a:defRPr sz="1425" b="1">
                <a:solidFill>
                  <a:srgbClr val="686E75"/>
                </a:solidFill>
                <a:latin typeface="Arial"/>
                <a:ea typeface="Arial"/>
                <a:cs typeface="Arial"/>
              </a:defRPr>
            </a:defPPr>
            <a:lvl1pPr algn="ctr">
              <a:defRPr sz="1425" b="1">
                <a:solidFill>
                  <a:srgbClr val="686E75"/>
                </a:solidFill>
                <a:latin typeface="Arial"/>
                <a:ea typeface="Arial"/>
                <a:cs typeface="Arial"/>
              </a:defRPr>
            </a:lvl1pPr>
            <a:lvl2pPr algn="ctr">
              <a:defRPr sz="1425" b="1">
                <a:solidFill>
                  <a:srgbClr val="686E75"/>
                </a:solidFill>
                <a:latin typeface="Arial"/>
                <a:ea typeface="Arial"/>
                <a:cs typeface="Arial"/>
              </a:defRPr>
            </a:lvl2pPr>
            <a:lvl3pPr algn="ctr">
              <a:defRPr sz="1425" b="1">
                <a:solidFill>
                  <a:srgbClr val="686E75"/>
                </a:solidFill>
                <a:latin typeface="Arial"/>
                <a:ea typeface="Arial"/>
                <a:cs typeface="Arial"/>
              </a:defRPr>
            </a:lvl3pPr>
            <a:lvl4pPr algn="ctr">
              <a:defRPr sz="1425" b="1">
                <a:solidFill>
                  <a:srgbClr val="686E75"/>
                </a:solidFill>
                <a:latin typeface="Arial"/>
                <a:ea typeface="Arial"/>
                <a:cs typeface="Arial"/>
              </a:defRPr>
            </a:lvl4pPr>
            <a:lvl5pPr algn="ctr">
              <a:defRPr sz="1425" b="1">
                <a:solidFill>
                  <a:srgbClr val="686E75"/>
                </a:solidFill>
                <a:latin typeface="Arial"/>
                <a:ea typeface="Arial"/>
                <a:cs typeface="Arial"/>
              </a:defRPr>
            </a:lvl5pPr>
            <a:lvl6pPr algn="ctr">
              <a:defRPr sz="1425" b="1">
                <a:solidFill>
                  <a:srgbClr val="686E75"/>
                </a:solidFill>
                <a:latin typeface="Arial"/>
                <a:ea typeface="Arial"/>
                <a:cs typeface="Arial"/>
              </a:defRPr>
            </a:lvl6pPr>
            <a:lvl7pPr algn="ctr">
              <a:defRPr sz="1425" b="1">
                <a:solidFill>
                  <a:srgbClr val="686E75"/>
                </a:solidFill>
                <a:latin typeface="Arial"/>
                <a:ea typeface="Arial"/>
                <a:cs typeface="Arial"/>
              </a:defRPr>
            </a:lvl7pPr>
            <a:lvl8pPr algn="ctr">
              <a:defRPr sz="1425" b="1">
                <a:solidFill>
                  <a:srgbClr val="686E75"/>
                </a:solidFill>
                <a:latin typeface="Arial"/>
                <a:ea typeface="Arial"/>
                <a:cs typeface="Arial"/>
              </a:defRPr>
            </a:lvl8pPr>
            <a:lvl9pPr algn="ctr">
              <a:defRPr sz="1425" b="1">
                <a:solidFill>
                  <a:srgbClr val="686E75"/>
                </a:solidFill>
                <a:latin typeface="Arial"/>
                <a:ea typeface="Arial"/>
                <a:cs typeface="Arial"/>
              </a:defRPr>
            </a:lvl9pPr>
          </a:lstStyle>
          <a:p>
            <a:pPr algn="ctr">
              <a:defRPr sz="1425" b="1">
                <a:solidFill>
                  <a:srgbClr val="686E75"/>
                </a:solidFill>
                <a:latin typeface="Arial"/>
                <a:ea typeface="Arial"/>
                <a:cs typeface="Arial"/>
              </a:defRPr>
            </a:pPr>
            <a:r>
              <a:rPr sz="1425" b="1">
                <a:solidFill>
                  <a:srgbClr val="686E75"/>
                </a:solidFill>
                <a:latin typeface="Arial"/>
                <a:ea typeface="Arial"/>
                <a:cs typeface="Arial"/>
              </a:rPr>
              <a:t>MODELS</a:t>
            </a:r>
          </a:p>
        </p:txBody>
      </p:sp>
      <p:sp>
        <p:nvSpPr>
          <p:cNvPr id="7" name="矩形 6">
            <a:extLst>
              <a:ext uri="{FF2B5EF4-FFF2-40B4-BE49-F238E27FC236}">
                <a16:creationId xmlns:a16="http://schemas.microsoft.com/office/drawing/2014/main" id="{A5F247F0-64DC-4748-BBEE-1D76E3CC496E}"/>
              </a:ext>
            </a:extLst>
          </p:cNvPr>
          <p:cNvSpPr>
            <a:spLocks noGrp="1"/>
          </p:cNvSpPr>
          <p:nvPr/>
        </p:nvSpPr>
        <p:spPr>
          <a:xfrm>
            <a:off x="6096000" y="1381125"/>
            <a:ext cx="2381250" cy="571500"/>
          </a:xfrm>
          <a:prstGeom prst="rect">
            <a:avLst/>
          </a:prstGeom>
          <a:noFill/>
          <a:ln w="0">
            <a:noFill/>
            <a:prstDash val="solid"/>
          </a:ln>
        </p:spPr>
        <p:txBody>
          <a:bodyPr wrap="square" lIns="0" tIns="0" rIns="0" bIns="0">
            <a:noAutofit/>
          </a:bodyPr>
          <a:lstStyle>
            <a:defPPr algn="ctr">
              <a:defRPr sz="3600" b="1">
                <a:solidFill>
                  <a:srgbClr val="9E1B32"/>
                </a:solidFill>
                <a:latin typeface="Arial"/>
                <a:ea typeface="Arial"/>
                <a:cs typeface="Arial"/>
              </a:defRPr>
            </a:defPPr>
            <a:lvl1pPr algn="ctr">
              <a:defRPr sz="3600" b="1">
                <a:solidFill>
                  <a:srgbClr val="9E1B32"/>
                </a:solidFill>
                <a:latin typeface="Arial"/>
                <a:ea typeface="Arial"/>
                <a:cs typeface="Arial"/>
              </a:defRPr>
            </a:lvl1pPr>
            <a:lvl2pPr algn="ctr">
              <a:defRPr sz="3600" b="1">
                <a:solidFill>
                  <a:srgbClr val="9E1B32"/>
                </a:solidFill>
                <a:latin typeface="Arial"/>
                <a:ea typeface="Arial"/>
                <a:cs typeface="Arial"/>
              </a:defRPr>
            </a:lvl2pPr>
            <a:lvl3pPr algn="ctr">
              <a:defRPr sz="3600" b="1">
                <a:solidFill>
                  <a:srgbClr val="9E1B32"/>
                </a:solidFill>
                <a:latin typeface="Arial"/>
                <a:ea typeface="Arial"/>
                <a:cs typeface="Arial"/>
              </a:defRPr>
            </a:lvl3pPr>
            <a:lvl4pPr algn="ctr">
              <a:defRPr sz="3600" b="1">
                <a:solidFill>
                  <a:srgbClr val="9E1B32"/>
                </a:solidFill>
                <a:latin typeface="Arial"/>
                <a:ea typeface="Arial"/>
                <a:cs typeface="Arial"/>
              </a:defRPr>
            </a:lvl4pPr>
            <a:lvl5pPr algn="ctr">
              <a:defRPr sz="3600" b="1">
                <a:solidFill>
                  <a:srgbClr val="9E1B32"/>
                </a:solidFill>
                <a:latin typeface="Arial"/>
                <a:ea typeface="Arial"/>
                <a:cs typeface="Arial"/>
              </a:defRPr>
            </a:lvl5pPr>
            <a:lvl6pPr algn="ctr">
              <a:defRPr sz="3600" b="1">
                <a:solidFill>
                  <a:srgbClr val="9E1B32"/>
                </a:solidFill>
                <a:latin typeface="Arial"/>
                <a:ea typeface="Arial"/>
                <a:cs typeface="Arial"/>
              </a:defRPr>
            </a:lvl6pPr>
            <a:lvl7pPr algn="ctr">
              <a:defRPr sz="3600" b="1">
                <a:solidFill>
                  <a:srgbClr val="9E1B32"/>
                </a:solidFill>
                <a:latin typeface="Arial"/>
                <a:ea typeface="Arial"/>
                <a:cs typeface="Arial"/>
              </a:defRPr>
            </a:lvl7pPr>
            <a:lvl8pPr algn="ctr">
              <a:defRPr sz="3600" b="1">
                <a:solidFill>
                  <a:srgbClr val="9E1B32"/>
                </a:solidFill>
                <a:latin typeface="Arial"/>
                <a:ea typeface="Arial"/>
                <a:cs typeface="Arial"/>
              </a:defRPr>
            </a:lvl8pPr>
            <a:lvl9pPr algn="ctr">
              <a:defRPr sz="3600" b="1">
                <a:solidFill>
                  <a:srgbClr val="9E1B32"/>
                </a:solidFill>
                <a:latin typeface="Arial"/>
                <a:ea typeface="Arial"/>
                <a:cs typeface="Arial"/>
              </a:defRPr>
            </a:lvl9pPr>
          </a:lstStyle>
          <a:p>
            <a:pPr algn="ctr">
              <a:defRPr sz="3600" b="1">
                <a:solidFill>
                  <a:srgbClr val="9E1B32"/>
                </a:solidFill>
                <a:latin typeface="Arial"/>
                <a:ea typeface="Arial"/>
                <a:cs typeface="Arial"/>
              </a:defRPr>
            </a:pPr>
            <a:r>
              <a:rPr sz="3600" b="1">
                <a:solidFill>
                  <a:srgbClr val="9E1B32"/>
                </a:solidFill>
                <a:latin typeface="Arial"/>
                <a:ea typeface="Arial"/>
                <a:cs typeface="Arial"/>
              </a:rPr>
              <a:t>74</a:t>
            </a:r>
          </a:p>
        </p:txBody>
      </p:sp>
      <p:sp>
        <p:nvSpPr>
          <p:cNvPr id="8" name="矩形 7">
            <a:extLst>
              <a:ext uri="{FF2B5EF4-FFF2-40B4-BE49-F238E27FC236}">
                <a16:creationId xmlns:a16="http://schemas.microsoft.com/office/drawing/2014/main" id="{2800275D-9A0F-4C9A-94EB-75B7A46AC039}"/>
              </a:ext>
            </a:extLst>
          </p:cNvPr>
          <p:cNvSpPr>
            <a:spLocks noGrp="1"/>
          </p:cNvSpPr>
          <p:nvPr/>
        </p:nvSpPr>
        <p:spPr>
          <a:xfrm>
            <a:off x="6096000" y="1952625"/>
            <a:ext cx="2381250" cy="266700"/>
          </a:xfrm>
          <a:prstGeom prst="rect">
            <a:avLst/>
          </a:prstGeom>
          <a:noFill/>
          <a:ln w="0">
            <a:noFill/>
            <a:prstDash val="solid"/>
          </a:ln>
        </p:spPr>
        <p:txBody>
          <a:bodyPr wrap="square" lIns="0" tIns="0" rIns="0" bIns="0">
            <a:noAutofit/>
          </a:bodyPr>
          <a:lstStyle>
            <a:defPPr algn="ctr">
              <a:defRPr sz="1425" b="1">
                <a:solidFill>
                  <a:srgbClr val="686E75"/>
                </a:solidFill>
                <a:latin typeface="Arial"/>
                <a:ea typeface="Arial"/>
                <a:cs typeface="Arial"/>
              </a:defRPr>
            </a:defPPr>
            <a:lvl1pPr algn="ctr">
              <a:defRPr sz="1425" b="1">
                <a:solidFill>
                  <a:srgbClr val="686E75"/>
                </a:solidFill>
                <a:latin typeface="Arial"/>
                <a:ea typeface="Arial"/>
                <a:cs typeface="Arial"/>
              </a:defRPr>
            </a:lvl1pPr>
            <a:lvl2pPr algn="ctr">
              <a:defRPr sz="1425" b="1">
                <a:solidFill>
                  <a:srgbClr val="686E75"/>
                </a:solidFill>
                <a:latin typeface="Arial"/>
                <a:ea typeface="Arial"/>
                <a:cs typeface="Arial"/>
              </a:defRPr>
            </a:lvl2pPr>
            <a:lvl3pPr algn="ctr">
              <a:defRPr sz="1425" b="1">
                <a:solidFill>
                  <a:srgbClr val="686E75"/>
                </a:solidFill>
                <a:latin typeface="Arial"/>
                <a:ea typeface="Arial"/>
                <a:cs typeface="Arial"/>
              </a:defRPr>
            </a:lvl3pPr>
            <a:lvl4pPr algn="ctr">
              <a:defRPr sz="1425" b="1">
                <a:solidFill>
                  <a:srgbClr val="686E75"/>
                </a:solidFill>
                <a:latin typeface="Arial"/>
                <a:ea typeface="Arial"/>
                <a:cs typeface="Arial"/>
              </a:defRPr>
            </a:lvl4pPr>
            <a:lvl5pPr algn="ctr">
              <a:defRPr sz="1425" b="1">
                <a:solidFill>
                  <a:srgbClr val="686E75"/>
                </a:solidFill>
                <a:latin typeface="Arial"/>
                <a:ea typeface="Arial"/>
                <a:cs typeface="Arial"/>
              </a:defRPr>
            </a:lvl5pPr>
            <a:lvl6pPr algn="ctr">
              <a:defRPr sz="1425" b="1">
                <a:solidFill>
                  <a:srgbClr val="686E75"/>
                </a:solidFill>
                <a:latin typeface="Arial"/>
                <a:ea typeface="Arial"/>
                <a:cs typeface="Arial"/>
              </a:defRPr>
            </a:lvl6pPr>
            <a:lvl7pPr algn="ctr">
              <a:defRPr sz="1425" b="1">
                <a:solidFill>
                  <a:srgbClr val="686E75"/>
                </a:solidFill>
                <a:latin typeface="Arial"/>
                <a:ea typeface="Arial"/>
                <a:cs typeface="Arial"/>
              </a:defRPr>
            </a:lvl7pPr>
            <a:lvl8pPr algn="ctr">
              <a:defRPr sz="1425" b="1">
                <a:solidFill>
                  <a:srgbClr val="686E75"/>
                </a:solidFill>
                <a:latin typeface="Arial"/>
                <a:ea typeface="Arial"/>
                <a:cs typeface="Arial"/>
              </a:defRPr>
            </a:lvl8pPr>
            <a:lvl9pPr algn="ctr">
              <a:defRPr sz="1425" b="1">
                <a:solidFill>
                  <a:srgbClr val="686E75"/>
                </a:solidFill>
                <a:latin typeface="Arial"/>
                <a:ea typeface="Arial"/>
                <a:cs typeface="Arial"/>
              </a:defRPr>
            </a:lvl9pPr>
          </a:lstStyle>
          <a:p>
            <a:pPr algn="ctr">
              <a:defRPr sz="1425" b="1">
                <a:solidFill>
                  <a:srgbClr val="686E75"/>
                </a:solidFill>
                <a:latin typeface="Arial"/>
                <a:ea typeface="Arial"/>
                <a:cs typeface="Arial"/>
              </a:defRPr>
            </a:pPr>
            <a:r>
              <a:rPr sz="1425" b="1">
                <a:solidFill>
                  <a:srgbClr val="686E75"/>
                </a:solidFill>
                <a:latin typeface="Arial"/>
                <a:ea typeface="Arial"/>
                <a:cs typeface="Arial"/>
              </a:rPr>
              <a:t>RESULT FILES</a:t>
            </a:r>
          </a:p>
        </p:txBody>
      </p:sp>
      <p:sp>
        <p:nvSpPr>
          <p:cNvPr id="9" name="矩形 8">
            <a:extLst>
              <a:ext uri="{FF2B5EF4-FFF2-40B4-BE49-F238E27FC236}">
                <a16:creationId xmlns:a16="http://schemas.microsoft.com/office/drawing/2014/main" id="{52FBA924-0146-4888-B259-1386098713EE}"/>
              </a:ext>
            </a:extLst>
          </p:cNvPr>
          <p:cNvSpPr>
            <a:spLocks noGrp="1"/>
          </p:cNvSpPr>
          <p:nvPr/>
        </p:nvSpPr>
        <p:spPr>
          <a:xfrm>
            <a:off x="8705850" y="1562100"/>
            <a:ext cx="2800350" cy="609600"/>
          </a:xfrm>
          <a:prstGeom prst="rect">
            <a:avLst/>
          </a:prstGeom>
          <a:noFill/>
          <a:ln w="0">
            <a:noFill/>
            <a:prstDash val="solid"/>
          </a:ln>
        </p:spPr>
        <p:txBody>
          <a:bodyPr wrap="square" lIns="0" tIns="0" rIns="0" bIns="0">
            <a:normAutofit/>
          </a:bodyPr>
          <a:lstStyle>
            <a:defPPr algn="r">
              <a:defRPr sz="1200" b="1">
                <a:solidFill>
                  <a:srgbClr val="C49A2C"/>
                </a:solidFill>
                <a:latin typeface="Arial"/>
                <a:ea typeface="Arial"/>
                <a:cs typeface="Arial"/>
              </a:defRPr>
            </a:defPPr>
            <a:lvl1pPr algn="r">
              <a:defRPr sz="1200" b="1">
                <a:solidFill>
                  <a:srgbClr val="C49A2C"/>
                </a:solidFill>
                <a:latin typeface="Arial"/>
                <a:ea typeface="Arial"/>
                <a:cs typeface="Arial"/>
              </a:defRPr>
            </a:lvl1pPr>
            <a:lvl2pPr algn="r">
              <a:defRPr sz="1200" b="1">
                <a:solidFill>
                  <a:srgbClr val="C49A2C"/>
                </a:solidFill>
                <a:latin typeface="Arial"/>
                <a:ea typeface="Arial"/>
                <a:cs typeface="Arial"/>
              </a:defRPr>
            </a:lvl2pPr>
            <a:lvl3pPr algn="r">
              <a:defRPr sz="1200" b="1">
                <a:solidFill>
                  <a:srgbClr val="C49A2C"/>
                </a:solidFill>
                <a:latin typeface="Arial"/>
                <a:ea typeface="Arial"/>
                <a:cs typeface="Arial"/>
              </a:defRPr>
            </a:lvl3pPr>
            <a:lvl4pPr algn="r">
              <a:defRPr sz="1200" b="1">
                <a:solidFill>
                  <a:srgbClr val="C49A2C"/>
                </a:solidFill>
                <a:latin typeface="Arial"/>
                <a:ea typeface="Arial"/>
                <a:cs typeface="Arial"/>
              </a:defRPr>
            </a:lvl4pPr>
            <a:lvl5pPr algn="r">
              <a:defRPr sz="1200" b="1">
                <a:solidFill>
                  <a:srgbClr val="C49A2C"/>
                </a:solidFill>
                <a:latin typeface="Arial"/>
                <a:ea typeface="Arial"/>
                <a:cs typeface="Arial"/>
              </a:defRPr>
            </a:lvl5pPr>
            <a:lvl6pPr algn="r">
              <a:defRPr sz="1200" b="1">
                <a:solidFill>
                  <a:srgbClr val="C49A2C"/>
                </a:solidFill>
                <a:latin typeface="Arial"/>
                <a:ea typeface="Arial"/>
                <a:cs typeface="Arial"/>
              </a:defRPr>
            </a:lvl6pPr>
            <a:lvl7pPr algn="r">
              <a:defRPr sz="1200" b="1">
                <a:solidFill>
                  <a:srgbClr val="C49A2C"/>
                </a:solidFill>
                <a:latin typeface="Arial"/>
                <a:ea typeface="Arial"/>
                <a:cs typeface="Arial"/>
              </a:defRPr>
            </a:lvl7pPr>
            <a:lvl8pPr algn="r">
              <a:defRPr sz="1200" b="1">
                <a:solidFill>
                  <a:srgbClr val="C49A2C"/>
                </a:solidFill>
                <a:latin typeface="Arial"/>
                <a:ea typeface="Arial"/>
                <a:cs typeface="Arial"/>
              </a:defRPr>
            </a:lvl8pPr>
            <a:lvl9pPr algn="r">
              <a:defRPr sz="1200" b="1">
                <a:solidFill>
                  <a:srgbClr val="C49A2C"/>
                </a:solidFill>
                <a:latin typeface="Arial"/>
                <a:ea typeface="Arial"/>
                <a:cs typeface="Arial"/>
              </a:defRPr>
            </a:lvl9pPr>
          </a:lstStyle>
          <a:p>
            <a:pPr algn="r">
              <a:defRPr sz="1200" b="1">
                <a:solidFill>
                  <a:srgbClr val="C49A2C"/>
                </a:solidFill>
                <a:latin typeface="Arial"/>
                <a:ea typeface="Arial"/>
                <a:cs typeface="Arial"/>
              </a:defRPr>
            </a:pPr>
            <a:r>
              <a:rPr sz="1200" b="1">
                <a:solidFill>
                  <a:srgbClr val="C49A2C"/>
                </a:solidFill>
                <a:latin typeface="Arial"/>
                <a:ea typeface="Arial"/>
                <a:cs typeface="Arial"/>
              </a:rPr>
              <a:t>ONE SYSTEM PER TEAM ON THE FINAL LEADERBOARD</a:t>
            </a:r>
          </a:p>
        </p:txBody>
      </p:sp>
      <p:sp>
        <p:nvSpPr>
          <p:cNvPr id="10" name="矩形 9">
            <a:extLst>
              <a:ext uri="{FF2B5EF4-FFF2-40B4-BE49-F238E27FC236}">
                <a16:creationId xmlns:a16="http://schemas.microsoft.com/office/drawing/2014/main" id="{4A02FB94-3BDF-4445-9EC1-357994F05CF4}"/>
              </a:ext>
            </a:extLst>
          </p:cNvPr>
          <p:cNvSpPr>
            <a:spLocks noGrp="1"/>
          </p:cNvSpPr>
          <p:nvPr/>
        </p:nvSpPr>
        <p:spPr>
          <a:xfrm>
            <a:off x="685800" y="2419350"/>
            <a:ext cx="10820400" cy="19050"/>
          </a:xfrm>
          <a:prstGeom prst="rect">
            <a:avLst/>
          </a:prstGeom>
          <a:solidFill>
            <a:srgbClr val="D9D7D2"/>
          </a:solidFill>
          <a:ln w="0">
            <a:noFill/>
            <a:prstDash val="solid"/>
          </a:ln>
        </p:spPr>
      </p:sp>
      <p:sp>
        <p:nvSpPr>
          <p:cNvPr id="11" name="矩形 10">
            <a:extLst>
              <a:ext uri="{FF2B5EF4-FFF2-40B4-BE49-F238E27FC236}">
                <a16:creationId xmlns:a16="http://schemas.microsoft.com/office/drawing/2014/main" id="{A38C469D-7BD9-4130-803D-9850CF3AD926}"/>
              </a:ext>
            </a:extLst>
          </p:cNvPr>
          <p:cNvSpPr>
            <a:spLocks noGrp="1"/>
          </p:cNvSpPr>
          <p:nvPr/>
        </p:nvSpPr>
        <p:spPr>
          <a:xfrm>
            <a:off x="685800" y="2695575"/>
            <a:ext cx="4095750" cy="304800"/>
          </a:xfrm>
          <a:prstGeom prst="rect">
            <a:avLst/>
          </a:prstGeom>
          <a:noFill/>
          <a:ln w="0">
            <a:noFill/>
            <a:prstDash val="solid"/>
          </a:ln>
        </p:spPr>
        <p:txBody>
          <a:bodyPr wrap="square" lIns="0" tIns="0" rIns="0" bIns="0">
            <a:noAutofit/>
          </a:bodyPr>
          <a:lstStyle>
            <a:defPPr>
              <a:defRPr sz="1800" b="1">
                <a:solidFill>
                  <a:srgbClr val="20242A"/>
                </a:solidFill>
                <a:latin typeface="Arial"/>
                <a:ea typeface="Arial"/>
                <a:cs typeface="Arial"/>
              </a:defRPr>
            </a:defPPr>
            <a:lvl1pPr>
              <a:defRPr sz="1800" b="1">
                <a:solidFill>
                  <a:srgbClr val="20242A"/>
                </a:solidFill>
                <a:latin typeface="Arial"/>
                <a:ea typeface="Arial"/>
                <a:cs typeface="Arial"/>
              </a:defRPr>
            </a:lvl1pPr>
            <a:lvl2pPr>
              <a:defRPr sz="1800" b="1">
                <a:solidFill>
                  <a:srgbClr val="20242A"/>
                </a:solidFill>
                <a:latin typeface="Arial"/>
                <a:ea typeface="Arial"/>
                <a:cs typeface="Arial"/>
              </a:defRPr>
            </a:lvl2pPr>
            <a:lvl3pPr>
              <a:defRPr sz="1800" b="1">
                <a:solidFill>
                  <a:srgbClr val="20242A"/>
                </a:solidFill>
                <a:latin typeface="Arial"/>
                <a:ea typeface="Arial"/>
                <a:cs typeface="Arial"/>
              </a:defRPr>
            </a:lvl3pPr>
            <a:lvl4pPr>
              <a:defRPr sz="1800" b="1">
                <a:solidFill>
                  <a:srgbClr val="20242A"/>
                </a:solidFill>
                <a:latin typeface="Arial"/>
                <a:ea typeface="Arial"/>
                <a:cs typeface="Arial"/>
              </a:defRPr>
            </a:lvl4pPr>
            <a:lvl5pPr>
              <a:defRPr sz="1800" b="1">
                <a:solidFill>
                  <a:srgbClr val="20242A"/>
                </a:solidFill>
                <a:latin typeface="Arial"/>
                <a:ea typeface="Arial"/>
                <a:cs typeface="Arial"/>
              </a:defRPr>
            </a:lvl5pPr>
            <a:lvl6pPr>
              <a:defRPr sz="1800" b="1">
                <a:solidFill>
                  <a:srgbClr val="20242A"/>
                </a:solidFill>
                <a:latin typeface="Arial"/>
                <a:ea typeface="Arial"/>
                <a:cs typeface="Arial"/>
              </a:defRPr>
            </a:lvl6pPr>
            <a:lvl7pPr>
              <a:defRPr sz="1800" b="1">
                <a:solidFill>
                  <a:srgbClr val="20242A"/>
                </a:solidFill>
                <a:latin typeface="Arial"/>
                <a:ea typeface="Arial"/>
                <a:cs typeface="Arial"/>
              </a:defRPr>
            </a:lvl7pPr>
            <a:lvl8pPr>
              <a:defRPr sz="1800" b="1">
                <a:solidFill>
                  <a:srgbClr val="20242A"/>
                </a:solidFill>
                <a:latin typeface="Arial"/>
                <a:ea typeface="Arial"/>
                <a:cs typeface="Arial"/>
              </a:defRPr>
            </a:lvl8pPr>
            <a:lvl9pPr>
              <a:defRPr sz="1800" b="1">
                <a:solidFill>
                  <a:srgbClr val="20242A"/>
                </a:solidFill>
                <a:latin typeface="Arial"/>
                <a:ea typeface="Arial"/>
                <a:cs typeface="Arial"/>
              </a:defRPr>
            </a:lvl9pPr>
          </a:lstStyle>
          <a:p>
            <a:pPr>
              <a:defRPr sz="1800" b="1">
                <a:solidFill>
                  <a:srgbClr val="20242A"/>
                </a:solidFill>
                <a:latin typeface="Arial"/>
                <a:ea typeface="Arial"/>
                <a:cs typeface="Arial"/>
              </a:defRPr>
            </a:pPr>
            <a:r>
              <a:rPr sz="1800" b="1">
                <a:solidFill>
                  <a:srgbClr val="20242A"/>
                </a:solidFill>
                <a:latin typeface="Arial"/>
                <a:ea typeface="Arial"/>
                <a:cs typeface="Arial"/>
              </a:rPr>
              <a:t>Overall leaderboard</a:t>
            </a:r>
          </a:p>
        </p:txBody>
      </p:sp>
      <p:graphicFrame>
        <p:nvGraphicFramePr>
          <p:cNvPr id="12" name="表格 11">
            <a:extLst>
              <a:ext uri="{FF2B5EF4-FFF2-40B4-BE49-F238E27FC236}">
                <a16:creationId xmlns:a16="http://schemas.microsoft.com/office/drawing/2014/main" id="{E6E1C027-7FE9-4550-87A5-4F8B1A698397}"/>
              </a:ext>
            </a:extLst>
          </p:cNvPr>
          <p:cNvGraphicFramePr/>
          <p:nvPr/>
        </p:nvGraphicFramePr>
        <p:xfrm>
          <a:off x="685800" y="3133725"/>
          <a:ext cx="6286500" cy="2571752"/>
        </p:xfrm>
        <a:graphic>
          <a:graphicData uri="http://schemas.openxmlformats.org/drawingml/2006/table">
            <a:tbl>
              <a:tblPr firstRow="1"/>
              <a:tblGrid>
                <a:gridCol w="68580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1123950">
                  <a:extLst>
                    <a:ext uri="{9D8B030D-6E8A-4147-A177-3AD203B41FA5}">
                      <a16:colId xmlns:a16="http://schemas.microsoft.com/office/drawing/2014/main" val="20003"/>
                    </a:ext>
                  </a:extLst>
                </a:gridCol>
              </a:tblGrid>
              <a:tr h="642938">
                <a:tc>
                  <a:txBody>
                    <a:bodyPr/>
                    <a:lstStyle/>
                    <a:p>
                      <a:pPr algn="ctr"/>
                      <a:r>
                        <a:rPr sz="1200" b="1">
                          <a:solidFill>
                            <a:srgbClr val="686E75"/>
                          </a:solidFill>
                          <a:latin typeface="Arial"/>
                          <a:ea typeface="Arial"/>
                          <a:cs typeface="Arial"/>
                        </a:rPr>
                        <a:t>Rank</a:t>
                      </a:r>
                    </a:p>
                  </a:txBody>
                  <a:tcPr anchor="ctr">
                    <a:lnL w="9525">
                      <a:solidFill>
                        <a:srgbClr val="D9D7D2"/>
                      </a:solidFill>
                      <a:prstDash val="solid"/>
                    </a:lnL>
                    <a:lnR w="9525">
                      <a:solidFill>
                        <a:srgbClr val="D9D7D2"/>
                      </a:solidFill>
                      <a:prstDash val="solid"/>
                    </a:lnR>
                    <a:lnT w="9525">
                      <a:solidFill>
                        <a:srgbClr val="D9D7D2"/>
                      </a:solidFill>
                      <a:prstDash val="solid"/>
                    </a:lnT>
                    <a:lnB w="9525">
                      <a:solidFill>
                        <a:srgbClr val="D9D7D2"/>
                      </a:solidFill>
                      <a:prstDash val="solid"/>
                    </a:lnB>
                    <a:solidFill>
                      <a:srgbClr val="F4F3F0"/>
                    </a:solidFill>
                  </a:tcPr>
                </a:tc>
                <a:tc>
                  <a:txBody>
                    <a:bodyPr/>
                    <a:lstStyle/>
                    <a:p>
                      <a:pPr algn="l"/>
                      <a:r>
                        <a:rPr sz="1200" b="1">
                          <a:solidFill>
                            <a:srgbClr val="686E75"/>
                          </a:solidFill>
                          <a:latin typeface="Arial"/>
                          <a:ea typeface="Arial"/>
                          <a:cs typeface="Arial"/>
                        </a:rPr>
                        <a:t>System</a:t>
                      </a:r>
                    </a:p>
                  </a:txBody>
                  <a:tcPr anchor="ctr">
                    <a:lnL w="9525" cap="flat" cmpd="sng" algn="ctr">
                      <a:solidFill>
                        <a:srgbClr val="D9D7D2"/>
                      </a:solidFill>
                      <a:prstDash val="solid"/>
                      <a:round/>
                      <a:headEnd type="none" w="med" len="med"/>
                      <a:tailEnd type="none" w="med" len="med"/>
                    </a:lnL>
                    <a:lnR w="9525">
                      <a:solidFill>
                        <a:srgbClr val="D9D7D2"/>
                      </a:solidFill>
                      <a:prstDash val="solid"/>
                    </a:lnR>
                    <a:lnT w="9525">
                      <a:solidFill>
                        <a:srgbClr val="D9D7D2"/>
                      </a:solidFill>
                      <a:prstDash val="solid"/>
                    </a:lnT>
                    <a:lnB w="9525">
                      <a:solidFill>
                        <a:srgbClr val="D9D7D2"/>
                      </a:solidFill>
                      <a:prstDash val="solid"/>
                    </a:lnB>
                    <a:solidFill>
                      <a:srgbClr val="F4F3F0"/>
                    </a:solidFill>
                  </a:tcPr>
                </a:tc>
                <a:tc>
                  <a:txBody>
                    <a:bodyPr/>
                    <a:lstStyle/>
                    <a:p>
                      <a:pPr algn="l"/>
                      <a:r>
                        <a:rPr sz="1200" b="1">
                          <a:solidFill>
                            <a:srgbClr val="686E75"/>
                          </a:solidFill>
                          <a:latin typeface="Arial"/>
                          <a:ea typeface="Arial"/>
                          <a:cs typeface="Arial"/>
                        </a:rPr>
                        <a:t>Architecture</a:t>
                      </a:r>
                    </a:p>
                  </a:txBody>
                  <a:tcPr anchor="ctr">
                    <a:lnL w="9525" cap="flat" cmpd="sng" algn="ctr">
                      <a:solidFill>
                        <a:srgbClr val="D9D7D2"/>
                      </a:solidFill>
                      <a:prstDash val="solid"/>
                      <a:round/>
                      <a:headEnd type="none" w="med" len="med"/>
                      <a:tailEnd type="none" w="med" len="med"/>
                    </a:lnL>
                    <a:lnR w="9525">
                      <a:solidFill>
                        <a:srgbClr val="D9D7D2"/>
                      </a:solidFill>
                      <a:prstDash val="solid"/>
                    </a:lnR>
                    <a:lnT w="9525">
                      <a:solidFill>
                        <a:srgbClr val="D9D7D2"/>
                      </a:solidFill>
                      <a:prstDash val="solid"/>
                    </a:lnT>
                    <a:lnB w="9525">
                      <a:solidFill>
                        <a:srgbClr val="D9D7D2"/>
                      </a:solidFill>
                      <a:prstDash val="solid"/>
                    </a:lnB>
                    <a:solidFill>
                      <a:srgbClr val="F4F3F0"/>
                    </a:solidFill>
                  </a:tcPr>
                </a:tc>
                <a:tc>
                  <a:txBody>
                    <a:bodyPr/>
                    <a:lstStyle/>
                    <a:p>
                      <a:pPr algn="ctr"/>
                      <a:r>
                        <a:rPr sz="1200" b="1">
                          <a:solidFill>
                            <a:srgbClr val="686E75"/>
                          </a:solidFill>
                          <a:latin typeface="Arial"/>
                          <a:ea typeface="Arial"/>
                          <a:cs typeface="Arial"/>
                        </a:rPr>
                        <a:t>Overall</a:t>
                      </a:r>
                    </a:p>
                  </a:txBody>
                  <a:tcPr anchor="ctr">
                    <a:lnL w="9525" cap="flat" cmpd="sng" algn="ctr">
                      <a:solidFill>
                        <a:srgbClr val="D9D7D2"/>
                      </a:solidFill>
                      <a:prstDash val="solid"/>
                      <a:round/>
                      <a:headEnd type="none" w="med" len="med"/>
                      <a:tailEnd type="none" w="med" len="med"/>
                    </a:lnL>
                    <a:lnR w="9525">
                      <a:solidFill>
                        <a:srgbClr val="D9D7D2"/>
                      </a:solidFill>
                      <a:prstDash val="solid"/>
                    </a:lnR>
                    <a:lnT w="9525">
                      <a:solidFill>
                        <a:srgbClr val="D9D7D2"/>
                      </a:solidFill>
                      <a:prstDash val="solid"/>
                    </a:lnT>
                    <a:lnB w="9525">
                      <a:solidFill>
                        <a:srgbClr val="D9D7D2"/>
                      </a:solidFill>
                      <a:prstDash val="solid"/>
                    </a:lnB>
                    <a:solidFill>
                      <a:srgbClr val="F4F3F0"/>
                    </a:solidFill>
                  </a:tcPr>
                </a:tc>
                <a:extLst>
                  <a:ext uri="{0D108BD9-81ED-4DB2-BD59-A6C34878D82A}">
                    <a16:rowId xmlns:a16="http://schemas.microsoft.com/office/drawing/2014/main" val="10000"/>
                  </a:ext>
                </a:extLst>
              </a:tr>
              <a:tr h="642938">
                <a:tc>
                  <a:txBody>
                    <a:bodyPr/>
                    <a:lstStyle/>
                    <a:p>
                      <a:pPr algn="ctr"/>
                      <a:r>
                        <a:rPr sz="1350" b="1">
                          <a:solidFill>
                            <a:srgbClr val="20242A"/>
                          </a:solidFill>
                          <a:latin typeface="Arial"/>
                          <a:ea typeface="Arial"/>
                          <a:cs typeface="Arial"/>
                        </a:rPr>
                        <a:t>1</a:t>
                      </a:r>
                    </a:p>
                  </a:txBody>
                  <a:tcPr anchor="ctr">
                    <a:lnL w="9525">
                      <a:solidFill>
                        <a:srgbClr val="D9D7D2"/>
                      </a:solidFill>
                      <a:prstDash val="solid"/>
                    </a:lnL>
                    <a:lnR w="9525">
                      <a:solidFill>
                        <a:srgbClr val="D9D7D2"/>
                      </a:solidFill>
                      <a:prstDash val="solid"/>
                    </a:lnR>
                    <a:lnT w="9525" cap="flat" cmpd="sng" algn="ctr">
                      <a:solidFill>
                        <a:srgbClr val="D9D7D2"/>
                      </a:solidFill>
                      <a:prstDash val="solid"/>
                      <a:round/>
                      <a:headEnd type="none" w="med" len="med"/>
                      <a:tailEnd type="none" w="med" len="med"/>
                    </a:lnT>
                    <a:lnB w="9525">
                      <a:solidFill>
                        <a:srgbClr val="D9D7D2"/>
                      </a:solidFill>
                      <a:prstDash val="solid"/>
                    </a:lnB>
                    <a:solidFill>
                      <a:srgbClr val="FFFFFF"/>
                    </a:solidFill>
                  </a:tcPr>
                </a:tc>
                <a:tc>
                  <a:txBody>
                    <a:bodyPr/>
                    <a:lstStyle/>
                    <a:p>
                      <a:pPr algn="l"/>
                      <a:r>
                        <a:rPr sz="1350" b="0">
                          <a:solidFill>
                            <a:srgbClr val="20242A"/>
                          </a:solidFill>
                          <a:latin typeface="Arial"/>
                          <a:ea typeface="Arial"/>
                          <a:cs typeface="Arial"/>
                        </a:rPr>
                        <a:t>BabyDragon-v4</a:t>
                      </a:r>
                    </a:p>
                  </a:txBody>
                  <a:tcPr anchor="ctr">
                    <a:lnL w="9525" cap="flat" cmpd="sng" algn="ctr">
                      <a:solidFill>
                        <a:srgbClr val="D9D7D2"/>
                      </a:solidFill>
                      <a:prstDash val="solid"/>
                      <a:round/>
                      <a:headEnd type="none" w="med" len="med"/>
                      <a:tailEnd type="none" w="med" len="med"/>
                    </a:lnL>
                    <a:lnR w="9525">
                      <a:solidFill>
                        <a:srgbClr val="D9D7D2"/>
                      </a:solidFill>
                      <a:prstDash val="solid"/>
                    </a:lnR>
                    <a:lnT w="9525" cap="flat" cmpd="sng" algn="ctr">
                      <a:solidFill>
                        <a:srgbClr val="D9D7D2"/>
                      </a:solidFill>
                      <a:prstDash val="solid"/>
                      <a:round/>
                      <a:headEnd type="none" w="med" len="med"/>
                      <a:tailEnd type="none" w="med" len="med"/>
                    </a:lnT>
                    <a:lnB w="9525">
                      <a:solidFill>
                        <a:srgbClr val="D9D7D2"/>
                      </a:solidFill>
                      <a:prstDash val="solid"/>
                    </a:lnB>
                    <a:solidFill>
                      <a:srgbClr val="FFFFFF"/>
                    </a:solidFill>
                  </a:tcPr>
                </a:tc>
                <a:tc>
                  <a:txBody>
                    <a:bodyPr/>
                    <a:lstStyle/>
                    <a:p>
                      <a:pPr algn="l"/>
                      <a:r>
                        <a:rPr sz="1350" b="0">
                          <a:solidFill>
                            <a:srgbClr val="20242A"/>
                          </a:solidFill>
                          <a:latin typeface="Arial"/>
                          <a:ea typeface="Arial"/>
                          <a:cs typeface="Arial"/>
                        </a:rPr>
                        <a:t>DeBERTa-v2</a:t>
                      </a:r>
                    </a:p>
                  </a:txBody>
                  <a:tcPr anchor="ctr">
                    <a:lnL w="9525" cap="flat" cmpd="sng" algn="ctr">
                      <a:solidFill>
                        <a:srgbClr val="D9D7D2"/>
                      </a:solidFill>
                      <a:prstDash val="solid"/>
                      <a:round/>
                      <a:headEnd type="none" w="med" len="med"/>
                      <a:tailEnd type="none" w="med" len="med"/>
                    </a:lnL>
                    <a:lnR w="9525">
                      <a:solidFill>
                        <a:srgbClr val="D9D7D2"/>
                      </a:solidFill>
                      <a:prstDash val="solid"/>
                    </a:lnR>
                    <a:lnT w="9525" cap="flat" cmpd="sng" algn="ctr">
                      <a:solidFill>
                        <a:srgbClr val="D9D7D2"/>
                      </a:solidFill>
                      <a:prstDash val="solid"/>
                      <a:round/>
                      <a:headEnd type="none" w="med" len="med"/>
                      <a:tailEnd type="none" w="med" len="med"/>
                    </a:lnT>
                    <a:lnB w="9525">
                      <a:solidFill>
                        <a:srgbClr val="D9D7D2"/>
                      </a:solidFill>
                      <a:prstDash val="solid"/>
                    </a:lnB>
                    <a:solidFill>
                      <a:srgbClr val="FFFFFF"/>
                    </a:solidFill>
                  </a:tcPr>
                </a:tc>
                <a:tc>
                  <a:txBody>
                    <a:bodyPr/>
                    <a:lstStyle/>
                    <a:p>
                      <a:pPr algn="ctr"/>
                      <a:r>
                        <a:rPr sz="1650" b="1">
                          <a:solidFill>
                            <a:srgbClr val="9E1B32"/>
                          </a:solidFill>
                          <a:latin typeface="Arial"/>
                          <a:ea typeface="Arial"/>
                          <a:cs typeface="Arial"/>
                        </a:rPr>
                        <a:t>61.49</a:t>
                      </a:r>
                    </a:p>
                  </a:txBody>
                  <a:tcPr anchor="ctr">
                    <a:lnL w="9525" cap="flat" cmpd="sng" algn="ctr">
                      <a:solidFill>
                        <a:srgbClr val="D9D7D2"/>
                      </a:solidFill>
                      <a:prstDash val="solid"/>
                      <a:round/>
                      <a:headEnd type="none" w="med" len="med"/>
                      <a:tailEnd type="none" w="med" len="med"/>
                    </a:lnL>
                    <a:lnR w="9525">
                      <a:solidFill>
                        <a:srgbClr val="D9D7D2"/>
                      </a:solidFill>
                      <a:prstDash val="solid"/>
                    </a:lnR>
                    <a:lnT w="9525" cap="flat" cmpd="sng" algn="ctr">
                      <a:solidFill>
                        <a:srgbClr val="D9D7D2"/>
                      </a:solidFill>
                      <a:prstDash val="solid"/>
                      <a:round/>
                      <a:headEnd type="none" w="med" len="med"/>
                      <a:tailEnd type="none" w="med" len="med"/>
                    </a:lnT>
                    <a:lnB w="9525">
                      <a:solidFill>
                        <a:srgbClr val="D9D7D2"/>
                      </a:solidFill>
                      <a:prstDash val="solid"/>
                    </a:lnB>
                    <a:solidFill>
                      <a:srgbClr val="FFFFFF"/>
                    </a:solidFill>
                  </a:tcPr>
                </a:tc>
                <a:extLst>
                  <a:ext uri="{0D108BD9-81ED-4DB2-BD59-A6C34878D82A}">
                    <a16:rowId xmlns:a16="http://schemas.microsoft.com/office/drawing/2014/main" val="10001"/>
                  </a:ext>
                </a:extLst>
              </a:tr>
              <a:tr h="642938">
                <a:tc>
                  <a:txBody>
                    <a:bodyPr/>
                    <a:lstStyle/>
                    <a:p>
                      <a:pPr algn="ctr"/>
                      <a:r>
                        <a:rPr sz="1350" b="1">
                          <a:solidFill>
                            <a:srgbClr val="20242A"/>
                          </a:solidFill>
                          <a:latin typeface="Arial"/>
                          <a:ea typeface="Arial"/>
                          <a:cs typeface="Arial"/>
                        </a:rPr>
                        <a:t>2</a:t>
                      </a:r>
                    </a:p>
                  </a:txBody>
                  <a:tcPr anchor="ctr">
                    <a:lnL w="9525">
                      <a:solidFill>
                        <a:srgbClr val="D9D7D2"/>
                      </a:solidFill>
                      <a:prstDash val="solid"/>
                    </a:lnL>
                    <a:lnR w="9525">
                      <a:solidFill>
                        <a:srgbClr val="D9D7D2"/>
                      </a:solidFill>
                      <a:prstDash val="solid"/>
                    </a:lnR>
                    <a:lnT w="9525" cap="flat" cmpd="sng" algn="ctr">
                      <a:solidFill>
                        <a:srgbClr val="D9D7D2"/>
                      </a:solidFill>
                      <a:prstDash val="solid"/>
                      <a:round/>
                      <a:headEnd type="none" w="med" len="med"/>
                      <a:tailEnd type="none" w="med" len="med"/>
                    </a:lnT>
                    <a:lnB w="9525">
                      <a:solidFill>
                        <a:srgbClr val="D9D7D2"/>
                      </a:solidFill>
                      <a:prstDash val="solid"/>
                    </a:lnB>
                    <a:solidFill>
                      <a:srgbClr val="FFFFFF"/>
                    </a:solidFill>
                  </a:tcPr>
                </a:tc>
                <a:tc>
                  <a:txBody>
                    <a:bodyPr/>
                    <a:lstStyle/>
                    <a:p>
                      <a:pPr algn="l"/>
                      <a:r>
                        <a:rPr sz="1350" b="0">
                          <a:solidFill>
                            <a:srgbClr val="20242A"/>
                          </a:solidFill>
                          <a:latin typeface="Arial"/>
                          <a:ea typeface="Arial"/>
                          <a:cs typeface="Arial"/>
                        </a:rPr>
                        <a:t>KADeBERTa-v2</a:t>
                      </a:r>
                    </a:p>
                  </a:txBody>
                  <a:tcPr anchor="ctr">
                    <a:lnL w="9525" cap="flat" cmpd="sng" algn="ctr">
                      <a:solidFill>
                        <a:srgbClr val="D9D7D2"/>
                      </a:solidFill>
                      <a:prstDash val="solid"/>
                      <a:round/>
                      <a:headEnd type="none" w="med" len="med"/>
                      <a:tailEnd type="none" w="med" len="med"/>
                    </a:lnL>
                    <a:lnR w="9525">
                      <a:solidFill>
                        <a:srgbClr val="D9D7D2"/>
                      </a:solidFill>
                      <a:prstDash val="solid"/>
                    </a:lnR>
                    <a:lnT w="9525" cap="flat" cmpd="sng" algn="ctr">
                      <a:solidFill>
                        <a:srgbClr val="D9D7D2"/>
                      </a:solidFill>
                      <a:prstDash val="solid"/>
                      <a:round/>
                      <a:headEnd type="none" w="med" len="med"/>
                      <a:tailEnd type="none" w="med" len="med"/>
                    </a:lnT>
                    <a:lnB w="9525">
                      <a:solidFill>
                        <a:srgbClr val="D9D7D2"/>
                      </a:solidFill>
                      <a:prstDash val="solid"/>
                    </a:lnB>
                    <a:solidFill>
                      <a:srgbClr val="FFFFFF"/>
                    </a:solidFill>
                  </a:tcPr>
                </a:tc>
                <a:tc>
                  <a:txBody>
                    <a:bodyPr/>
                    <a:lstStyle/>
                    <a:p>
                      <a:pPr algn="l"/>
                      <a:r>
                        <a:rPr sz="1350" b="0">
                          <a:solidFill>
                            <a:srgbClr val="20242A"/>
                          </a:solidFill>
                          <a:latin typeface="Arial"/>
                          <a:ea typeface="Arial"/>
                          <a:cs typeface="Arial"/>
                        </a:rPr>
                        <a:t>DeBERTa-v2</a:t>
                      </a:r>
                    </a:p>
                  </a:txBody>
                  <a:tcPr anchor="ctr">
                    <a:lnL w="9525" cap="flat" cmpd="sng" algn="ctr">
                      <a:solidFill>
                        <a:srgbClr val="D9D7D2"/>
                      </a:solidFill>
                      <a:prstDash val="solid"/>
                      <a:round/>
                      <a:headEnd type="none" w="med" len="med"/>
                      <a:tailEnd type="none" w="med" len="med"/>
                    </a:lnL>
                    <a:lnR w="9525">
                      <a:solidFill>
                        <a:srgbClr val="D9D7D2"/>
                      </a:solidFill>
                      <a:prstDash val="solid"/>
                    </a:lnR>
                    <a:lnT w="9525" cap="flat" cmpd="sng" algn="ctr">
                      <a:solidFill>
                        <a:srgbClr val="D9D7D2"/>
                      </a:solidFill>
                      <a:prstDash val="solid"/>
                      <a:round/>
                      <a:headEnd type="none" w="med" len="med"/>
                      <a:tailEnd type="none" w="med" len="med"/>
                    </a:lnT>
                    <a:lnB w="9525">
                      <a:solidFill>
                        <a:srgbClr val="D9D7D2"/>
                      </a:solidFill>
                      <a:prstDash val="solid"/>
                    </a:lnB>
                    <a:solidFill>
                      <a:srgbClr val="FFFFFF"/>
                    </a:solidFill>
                  </a:tcPr>
                </a:tc>
                <a:tc>
                  <a:txBody>
                    <a:bodyPr/>
                    <a:lstStyle/>
                    <a:p>
                      <a:pPr algn="ctr"/>
                      <a:r>
                        <a:rPr sz="1650" b="1">
                          <a:solidFill>
                            <a:srgbClr val="B43A50"/>
                          </a:solidFill>
                          <a:latin typeface="Arial"/>
                          <a:ea typeface="Arial"/>
                          <a:cs typeface="Arial"/>
                        </a:rPr>
                        <a:t>57.79</a:t>
                      </a:r>
                    </a:p>
                  </a:txBody>
                  <a:tcPr anchor="ctr">
                    <a:lnL w="9525" cap="flat" cmpd="sng" algn="ctr">
                      <a:solidFill>
                        <a:srgbClr val="D9D7D2"/>
                      </a:solidFill>
                      <a:prstDash val="solid"/>
                      <a:round/>
                      <a:headEnd type="none" w="med" len="med"/>
                      <a:tailEnd type="none" w="med" len="med"/>
                    </a:lnL>
                    <a:lnR w="9525">
                      <a:solidFill>
                        <a:srgbClr val="D9D7D2"/>
                      </a:solidFill>
                      <a:prstDash val="solid"/>
                    </a:lnR>
                    <a:lnT w="9525" cap="flat" cmpd="sng" algn="ctr">
                      <a:solidFill>
                        <a:srgbClr val="D9D7D2"/>
                      </a:solidFill>
                      <a:prstDash val="solid"/>
                      <a:round/>
                      <a:headEnd type="none" w="med" len="med"/>
                      <a:tailEnd type="none" w="med" len="med"/>
                    </a:lnT>
                    <a:lnB w="9525">
                      <a:solidFill>
                        <a:srgbClr val="D9D7D2"/>
                      </a:solidFill>
                      <a:prstDash val="solid"/>
                    </a:lnB>
                    <a:solidFill>
                      <a:srgbClr val="FFFFFF"/>
                    </a:solidFill>
                  </a:tcPr>
                </a:tc>
                <a:extLst>
                  <a:ext uri="{0D108BD9-81ED-4DB2-BD59-A6C34878D82A}">
                    <a16:rowId xmlns:a16="http://schemas.microsoft.com/office/drawing/2014/main" val="10002"/>
                  </a:ext>
                </a:extLst>
              </a:tr>
              <a:tr h="642938">
                <a:tc>
                  <a:txBody>
                    <a:bodyPr/>
                    <a:lstStyle/>
                    <a:p>
                      <a:pPr algn="ctr"/>
                      <a:r>
                        <a:rPr sz="1350" b="1">
                          <a:solidFill>
                            <a:srgbClr val="20242A"/>
                          </a:solidFill>
                          <a:latin typeface="Arial"/>
                          <a:ea typeface="Arial"/>
                          <a:cs typeface="Arial"/>
                        </a:rPr>
                        <a:t>3</a:t>
                      </a:r>
                    </a:p>
                  </a:txBody>
                  <a:tcPr anchor="ctr">
                    <a:lnL w="9525">
                      <a:solidFill>
                        <a:srgbClr val="D9D7D2"/>
                      </a:solidFill>
                      <a:prstDash val="solid"/>
                    </a:lnL>
                    <a:lnR w="9525">
                      <a:solidFill>
                        <a:srgbClr val="D9D7D2"/>
                      </a:solidFill>
                      <a:prstDash val="solid"/>
                    </a:lnR>
                    <a:lnT w="9525" cap="flat" cmpd="sng" algn="ctr">
                      <a:solidFill>
                        <a:srgbClr val="D9D7D2"/>
                      </a:solidFill>
                      <a:prstDash val="solid"/>
                      <a:round/>
                      <a:headEnd type="none" w="med" len="med"/>
                      <a:tailEnd type="none" w="med" len="med"/>
                    </a:lnT>
                    <a:lnB w="9525">
                      <a:solidFill>
                        <a:srgbClr val="D9D7D2"/>
                      </a:solidFill>
                      <a:prstDash val="solid"/>
                    </a:lnB>
                    <a:solidFill>
                      <a:srgbClr val="FFFFFF"/>
                    </a:solidFill>
                  </a:tcPr>
                </a:tc>
                <a:tc>
                  <a:txBody>
                    <a:bodyPr/>
                    <a:lstStyle/>
                    <a:p>
                      <a:pPr algn="l"/>
                      <a:r>
                        <a:rPr sz="1350" b="0">
                          <a:solidFill>
                            <a:srgbClr val="20242A"/>
                          </a:solidFill>
                          <a:latin typeface="Arial"/>
                          <a:ea typeface="Arial"/>
                          <a:cs typeface="Arial"/>
                        </a:rPr>
                        <a:t>Pinyin-code-97M</a:t>
                      </a:r>
                    </a:p>
                  </a:txBody>
                  <a:tcPr anchor="ctr">
                    <a:lnL w="9525" cap="flat" cmpd="sng" algn="ctr">
                      <a:solidFill>
                        <a:srgbClr val="D9D7D2"/>
                      </a:solidFill>
                      <a:prstDash val="solid"/>
                      <a:round/>
                      <a:headEnd type="none" w="med" len="med"/>
                      <a:tailEnd type="none" w="med" len="med"/>
                    </a:lnL>
                    <a:lnR w="9525">
                      <a:solidFill>
                        <a:srgbClr val="D9D7D2"/>
                      </a:solidFill>
                      <a:prstDash val="solid"/>
                    </a:lnR>
                    <a:lnT w="9525" cap="flat" cmpd="sng" algn="ctr">
                      <a:solidFill>
                        <a:srgbClr val="D9D7D2"/>
                      </a:solidFill>
                      <a:prstDash val="solid"/>
                      <a:round/>
                      <a:headEnd type="none" w="med" len="med"/>
                      <a:tailEnd type="none" w="med" len="med"/>
                    </a:lnT>
                    <a:lnB w="9525">
                      <a:solidFill>
                        <a:srgbClr val="D9D7D2"/>
                      </a:solidFill>
                      <a:prstDash val="solid"/>
                    </a:lnB>
                    <a:solidFill>
                      <a:srgbClr val="FFFFFF"/>
                    </a:solidFill>
                  </a:tcPr>
                </a:tc>
                <a:tc>
                  <a:txBody>
                    <a:bodyPr/>
                    <a:lstStyle/>
                    <a:p>
                      <a:pPr algn="l"/>
                      <a:r>
                        <a:rPr sz="1350" b="0">
                          <a:solidFill>
                            <a:srgbClr val="20242A"/>
                          </a:solidFill>
                          <a:latin typeface="Arial"/>
                          <a:ea typeface="Arial"/>
                          <a:cs typeface="Arial"/>
                        </a:rPr>
                        <a:t>GPT-2</a:t>
                      </a:r>
                    </a:p>
                  </a:txBody>
                  <a:tcPr anchor="ctr">
                    <a:lnL w="9525" cap="flat" cmpd="sng" algn="ctr">
                      <a:solidFill>
                        <a:srgbClr val="D9D7D2"/>
                      </a:solidFill>
                      <a:prstDash val="solid"/>
                      <a:round/>
                      <a:headEnd type="none" w="med" len="med"/>
                      <a:tailEnd type="none" w="med" len="med"/>
                    </a:lnL>
                    <a:lnR w="9525">
                      <a:solidFill>
                        <a:srgbClr val="D9D7D2"/>
                      </a:solidFill>
                      <a:prstDash val="solid"/>
                    </a:lnR>
                    <a:lnT w="9525" cap="flat" cmpd="sng" algn="ctr">
                      <a:solidFill>
                        <a:srgbClr val="D9D7D2"/>
                      </a:solidFill>
                      <a:prstDash val="solid"/>
                      <a:round/>
                      <a:headEnd type="none" w="med" len="med"/>
                      <a:tailEnd type="none" w="med" len="med"/>
                    </a:lnT>
                    <a:lnB w="9525">
                      <a:solidFill>
                        <a:srgbClr val="D9D7D2"/>
                      </a:solidFill>
                      <a:prstDash val="solid"/>
                    </a:lnB>
                    <a:solidFill>
                      <a:srgbClr val="FFFFFF"/>
                    </a:solidFill>
                  </a:tcPr>
                </a:tc>
                <a:tc>
                  <a:txBody>
                    <a:bodyPr/>
                    <a:lstStyle/>
                    <a:p>
                      <a:pPr algn="ctr"/>
                      <a:r>
                        <a:rPr sz="1650" b="1">
                          <a:solidFill>
                            <a:srgbClr val="C49A2C"/>
                          </a:solidFill>
                          <a:latin typeface="Arial"/>
                          <a:ea typeface="Arial"/>
                          <a:cs typeface="Arial"/>
                        </a:rPr>
                        <a:t>54.90</a:t>
                      </a:r>
                    </a:p>
                  </a:txBody>
                  <a:tcPr anchor="ctr">
                    <a:lnL w="9525" cap="flat" cmpd="sng" algn="ctr">
                      <a:solidFill>
                        <a:srgbClr val="D9D7D2"/>
                      </a:solidFill>
                      <a:prstDash val="solid"/>
                      <a:round/>
                      <a:headEnd type="none" w="med" len="med"/>
                      <a:tailEnd type="none" w="med" len="med"/>
                    </a:lnL>
                    <a:lnR w="9525">
                      <a:solidFill>
                        <a:srgbClr val="D9D7D2"/>
                      </a:solidFill>
                      <a:prstDash val="solid"/>
                    </a:lnR>
                    <a:lnT w="9525" cap="flat" cmpd="sng" algn="ctr">
                      <a:solidFill>
                        <a:srgbClr val="D9D7D2"/>
                      </a:solidFill>
                      <a:prstDash val="solid"/>
                      <a:round/>
                      <a:headEnd type="none" w="med" len="med"/>
                      <a:tailEnd type="none" w="med" len="med"/>
                    </a:lnT>
                    <a:lnB w="9525">
                      <a:solidFill>
                        <a:srgbClr val="D9D7D2"/>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3" name="矩形 12">
            <a:extLst>
              <a:ext uri="{FF2B5EF4-FFF2-40B4-BE49-F238E27FC236}">
                <a16:creationId xmlns:a16="http://schemas.microsoft.com/office/drawing/2014/main" id="{8B7FFE86-CBEA-4BDD-9B93-8DC26D71C9A5}"/>
              </a:ext>
            </a:extLst>
          </p:cNvPr>
          <p:cNvSpPr>
            <a:spLocks noGrp="1"/>
          </p:cNvSpPr>
          <p:nvPr/>
        </p:nvSpPr>
        <p:spPr>
          <a:xfrm>
            <a:off x="7553325" y="2771775"/>
            <a:ext cx="19050" cy="3086100"/>
          </a:xfrm>
          <a:prstGeom prst="rect">
            <a:avLst/>
          </a:prstGeom>
          <a:solidFill>
            <a:srgbClr val="D9D7D2"/>
          </a:solidFill>
          <a:ln w="0">
            <a:noFill/>
            <a:prstDash val="solid"/>
          </a:ln>
        </p:spPr>
      </p:sp>
      <p:sp>
        <p:nvSpPr>
          <p:cNvPr id="14" name="矩形 13">
            <a:extLst>
              <a:ext uri="{FF2B5EF4-FFF2-40B4-BE49-F238E27FC236}">
                <a16:creationId xmlns:a16="http://schemas.microsoft.com/office/drawing/2014/main" id="{4157DA81-6A84-4ED0-98F9-E4915D738D5F}"/>
              </a:ext>
            </a:extLst>
          </p:cNvPr>
          <p:cNvSpPr>
            <a:spLocks noGrp="1"/>
          </p:cNvSpPr>
          <p:nvPr/>
        </p:nvSpPr>
        <p:spPr>
          <a:xfrm>
            <a:off x="7924800" y="2695575"/>
            <a:ext cx="3143250" cy="304800"/>
          </a:xfrm>
          <a:prstGeom prst="rect">
            <a:avLst/>
          </a:prstGeom>
          <a:noFill/>
          <a:ln w="0">
            <a:noFill/>
            <a:prstDash val="solid"/>
          </a:ln>
        </p:spPr>
        <p:txBody>
          <a:bodyPr wrap="square" lIns="0" tIns="0" rIns="0" bIns="0">
            <a:noAutofit/>
          </a:bodyPr>
          <a:lstStyle>
            <a:defPPr>
              <a:defRPr sz="1800" b="1">
                <a:solidFill>
                  <a:srgbClr val="20242A"/>
                </a:solidFill>
                <a:latin typeface="Arial"/>
                <a:ea typeface="Arial"/>
                <a:cs typeface="Arial"/>
              </a:defRPr>
            </a:defPPr>
            <a:lvl1pPr>
              <a:defRPr sz="1800" b="1">
                <a:solidFill>
                  <a:srgbClr val="20242A"/>
                </a:solidFill>
                <a:latin typeface="Arial"/>
                <a:ea typeface="Arial"/>
                <a:cs typeface="Arial"/>
              </a:defRPr>
            </a:lvl1pPr>
            <a:lvl2pPr>
              <a:defRPr sz="1800" b="1">
                <a:solidFill>
                  <a:srgbClr val="20242A"/>
                </a:solidFill>
                <a:latin typeface="Arial"/>
                <a:ea typeface="Arial"/>
                <a:cs typeface="Arial"/>
              </a:defRPr>
            </a:lvl2pPr>
            <a:lvl3pPr>
              <a:defRPr sz="1800" b="1">
                <a:solidFill>
                  <a:srgbClr val="20242A"/>
                </a:solidFill>
                <a:latin typeface="Arial"/>
                <a:ea typeface="Arial"/>
                <a:cs typeface="Arial"/>
              </a:defRPr>
            </a:lvl3pPr>
            <a:lvl4pPr>
              <a:defRPr sz="1800" b="1">
                <a:solidFill>
                  <a:srgbClr val="20242A"/>
                </a:solidFill>
                <a:latin typeface="Arial"/>
                <a:ea typeface="Arial"/>
                <a:cs typeface="Arial"/>
              </a:defRPr>
            </a:lvl4pPr>
            <a:lvl5pPr>
              <a:defRPr sz="1800" b="1">
                <a:solidFill>
                  <a:srgbClr val="20242A"/>
                </a:solidFill>
                <a:latin typeface="Arial"/>
                <a:ea typeface="Arial"/>
                <a:cs typeface="Arial"/>
              </a:defRPr>
            </a:lvl5pPr>
            <a:lvl6pPr>
              <a:defRPr sz="1800" b="1">
                <a:solidFill>
                  <a:srgbClr val="20242A"/>
                </a:solidFill>
                <a:latin typeface="Arial"/>
                <a:ea typeface="Arial"/>
                <a:cs typeface="Arial"/>
              </a:defRPr>
            </a:lvl6pPr>
            <a:lvl7pPr>
              <a:defRPr sz="1800" b="1">
                <a:solidFill>
                  <a:srgbClr val="20242A"/>
                </a:solidFill>
                <a:latin typeface="Arial"/>
                <a:ea typeface="Arial"/>
                <a:cs typeface="Arial"/>
              </a:defRPr>
            </a:lvl7pPr>
            <a:lvl8pPr>
              <a:defRPr sz="1800" b="1">
                <a:solidFill>
                  <a:srgbClr val="20242A"/>
                </a:solidFill>
                <a:latin typeface="Arial"/>
                <a:ea typeface="Arial"/>
                <a:cs typeface="Arial"/>
              </a:defRPr>
            </a:lvl8pPr>
            <a:lvl9pPr>
              <a:defRPr sz="1800" b="1">
                <a:solidFill>
                  <a:srgbClr val="20242A"/>
                </a:solidFill>
                <a:latin typeface="Arial"/>
                <a:ea typeface="Arial"/>
                <a:cs typeface="Arial"/>
              </a:defRPr>
            </a:lvl9pPr>
          </a:lstStyle>
          <a:p>
            <a:pPr>
              <a:defRPr sz="1800" b="1">
                <a:solidFill>
                  <a:srgbClr val="20242A"/>
                </a:solidFill>
                <a:latin typeface="Arial"/>
                <a:ea typeface="Arial"/>
                <a:cs typeface="Arial"/>
              </a:defRPr>
            </a:pPr>
            <a:r>
              <a:rPr sz="1800" b="1">
                <a:solidFill>
                  <a:srgbClr val="20242A"/>
                </a:solidFill>
                <a:latin typeface="Arial"/>
                <a:ea typeface="Arial"/>
                <a:cs typeface="Arial"/>
              </a:rPr>
              <a:t>Track winners</a:t>
            </a:r>
          </a:p>
        </p:txBody>
      </p:sp>
      <p:sp>
        <p:nvSpPr>
          <p:cNvPr id="15" name="矩形 14">
            <a:extLst>
              <a:ext uri="{FF2B5EF4-FFF2-40B4-BE49-F238E27FC236}">
                <a16:creationId xmlns:a16="http://schemas.microsoft.com/office/drawing/2014/main" id="{E9D23AD4-2267-4240-A4C7-1F95B7FF46CF}"/>
              </a:ext>
            </a:extLst>
          </p:cNvPr>
          <p:cNvSpPr>
            <a:spLocks noGrp="1"/>
          </p:cNvSpPr>
          <p:nvPr/>
        </p:nvSpPr>
        <p:spPr>
          <a:xfrm>
            <a:off x="7924800" y="3248025"/>
            <a:ext cx="2095500" cy="190500"/>
          </a:xfrm>
          <a:prstGeom prst="rect">
            <a:avLst/>
          </a:prstGeom>
          <a:noFill/>
          <a:ln w="0">
            <a:noFill/>
            <a:prstDash val="solid"/>
          </a:ln>
        </p:spPr>
        <p:txBody>
          <a:bodyPr wrap="square" lIns="0" tIns="0" rIns="0" bIns="0">
            <a:noAutofit/>
          </a:bodyPr>
          <a:lstStyle>
            <a:defPPr>
              <a:defRPr sz="975" b="1">
                <a:solidFill>
                  <a:srgbClr val="C49A2C"/>
                </a:solidFill>
                <a:latin typeface="Arial"/>
                <a:ea typeface="Arial"/>
                <a:cs typeface="Arial"/>
              </a:defRPr>
            </a:defPPr>
            <a:lvl1pPr>
              <a:defRPr sz="975" b="1">
                <a:solidFill>
                  <a:srgbClr val="C49A2C"/>
                </a:solidFill>
                <a:latin typeface="Arial"/>
                <a:ea typeface="Arial"/>
                <a:cs typeface="Arial"/>
              </a:defRPr>
            </a:lvl1pPr>
            <a:lvl2pPr>
              <a:defRPr sz="975" b="1">
                <a:solidFill>
                  <a:srgbClr val="C49A2C"/>
                </a:solidFill>
                <a:latin typeface="Arial"/>
                <a:ea typeface="Arial"/>
                <a:cs typeface="Arial"/>
              </a:defRPr>
            </a:lvl2pPr>
            <a:lvl3pPr>
              <a:defRPr sz="975" b="1">
                <a:solidFill>
                  <a:srgbClr val="C49A2C"/>
                </a:solidFill>
                <a:latin typeface="Arial"/>
                <a:ea typeface="Arial"/>
                <a:cs typeface="Arial"/>
              </a:defRPr>
            </a:lvl3pPr>
            <a:lvl4pPr>
              <a:defRPr sz="975" b="1">
                <a:solidFill>
                  <a:srgbClr val="C49A2C"/>
                </a:solidFill>
                <a:latin typeface="Arial"/>
                <a:ea typeface="Arial"/>
                <a:cs typeface="Arial"/>
              </a:defRPr>
            </a:lvl4pPr>
            <a:lvl5pPr>
              <a:defRPr sz="975" b="1">
                <a:solidFill>
                  <a:srgbClr val="C49A2C"/>
                </a:solidFill>
                <a:latin typeface="Arial"/>
                <a:ea typeface="Arial"/>
                <a:cs typeface="Arial"/>
              </a:defRPr>
            </a:lvl5pPr>
            <a:lvl6pPr>
              <a:defRPr sz="975" b="1">
                <a:solidFill>
                  <a:srgbClr val="C49A2C"/>
                </a:solidFill>
                <a:latin typeface="Arial"/>
                <a:ea typeface="Arial"/>
                <a:cs typeface="Arial"/>
              </a:defRPr>
            </a:lvl6pPr>
            <a:lvl7pPr>
              <a:defRPr sz="975" b="1">
                <a:solidFill>
                  <a:srgbClr val="C49A2C"/>
                </a:solidFill>
                <a:latin typeface="Arial"/>
                <a:ea typeface="Arial"/>
                <a:cs typeface="Arial"/>
              </a:defRPr>
            </a:lvl7pPr>
            <a:lvl8pPr>
              <a:defRPr sz="975" b="1">
                <a:solidFill>
                  <a:srgbClr val="C49A2C"/>
                </a:solidFill>
                <a:latin typeface="Arial"/>
                <a:ea typeface="Arial"/>
                <a:cs typeface="Arial"/>
              </a:defRPr>
            </a:lvl8pPr>
            <a:lvl9pPr>
              <a:defRPr sz="975" b="1">
                <a:solidFill>
                  <a:srgbClr val="C49A2C"/>
                </a:solidFill>
                <a:latin typeface="Arial"/>
                <a:ea typeface="Arial"/>
                <a:cs typeface="Arial"/>
              </a:defRPr>
            </a:lvl9pPr>
          </a:lstStyle>
          <a:p>
            <a:pPr>
              <a:defRPr sz="975" b="1">
                <a:solidFill>
                  <a:srgbClr val="C49A2C"/>
                </a:solidFill>
                <a:latin typeface="Arial"/>
                <a:ea typeface="Arial"/>
                <a:cs typeface="Arial"/>
              </a:defRPr>
            </a:pPr>
            <a:r>
              <a:rPr sz="975" b="1">
                <a:solidFill>
                  <a:srgbClr val="C49A2C"/>
                </a:solidFill>
                <a:latin typeface="Arial"/>
                <a:ea typeface="Arial"/>
                <a:cs typeface="Arial"/>
              </a:rPr>
              <a:t>NLU</a:t>
            </a:r>
          </a:p>
        </p:txBody>
      </p:sp>
      <p:sp>
        <p:nvSpPr>
          <p:cNvPr id="16" name="矩形 15">
            <a:extLst>
              <a:ext uri="{FF2B5EF4-FFF2-40B4-BE49-F238E27FC236}">
                <a16:creationId xmlns:a16="http://schemas.microsoft.com/office/drawing/2014/main" id="{B01CAAD3-6832-496E-B5F3-884D0858D2BF}"/>
              </a:ext>
            </a:extLst>
          </p:cNvPr>
          <p:cNvSpPr>
            <a:spLocks noGrp="1"/>
          </p:cNvSpPr>
          <p:nvPr/>
        </p:nvSpPr>
        <p:spPr>
          <a:xfrm>
            <a:off x="7924800" y="3505200"/>
            <a:ext cx="2333625" cy="304800"/>
          </a:xfrm>
          <a:prstGeom prst="rect">
            <a:avLst/>
          </a:prstGeom>
          <a:noFill/>
          <a:ln w="0">
            <a:noFill/>
            <a:prstDash val="solid"/>
          </a:ln>
        </p:spPr>
        <p:txBody>
          <a:bodyPr wrap="square" lIns="0" tIns="0" rIns="0" bIns="0">
            <a:normAutofit/>
          </a:bodyPr>
          <a:lstStyle>
            <a:defPPr>
              <a:defRPr sz="1575" b="1">
                <a:solidFill>
                  <a:srgbClr val="233342"/>
                </a:solidFill>
                <a:latin typeface="Arial"/>
                <a:ea typeface="Arial"/>
                <a:cs typeface="Arial"/>
              </a:defRPr>
            </a:defPPr>
            <a:lvl1pPr>
              <a:defRPr sz="1575" b="1">
                <a:solidFill>
                  <a:srgbClr val="233342"/>
                </a:solidFill>
                <a:latin typeface="Arial"/>
                <a:ea typeface="Arial"/>
                <a:cs typeface="Arial"/>
              </a:defRPr>
            </a:lvl1pPr>
            <a:lvl2pPr>
              <a:defRPr sz="1575" b="1">
                <a:solidFill>
                  <a:srgbClr val="233342"/>
                </a:solidFill>
                <a:latin typeface="Arial"/>
                <a:ea typeface="Arial"/>
                <a:cs typeface="Arial"/>
              </a:defRPr>
            </a:lvl2pPr>
            <a:lvl3pPr>
              <a:defRPr sz="1575" b="1">
                <a:solidFill>
                  <a:srgbClr val="233342"/>
                </a:solidFill>
                <a:latin typeface="Arial"/>
                <a:ea typeface="Arial"/>
                <a:cs typeface="Arial"/>
              </a:defRPr>
            </a:lvl3pPr>
            <a:lvl4pPr>
              <a:defRPr sz="1575" b="1">
                <a:solidFill>
                  <a:srgbClr val="233342"/>
                </a:solidFill>
                <a:latin typeface="Arial"/>
                <a:ea typeface="Arial"/>
                <a:cs typeface="Arial"/>
              </a:defRPr>
            </a:lvl4pPr>
            <a:lvl5pPr>
              <a:defRPr sz="1575" b="1">
                <a:solidFill>
                  <a:srgbClr val="233342"/>
                </a:solidFill>
                <a:latin typeface="Arial"/>
                <a:ea typeface="Arial"/>
                <a:cs typeface="Arial"/>
              </a:defRPr>
            </a:lvl5pPr>
            <a:lvl6pPr>
              <a:defRPr sz="1575" b="1">
                <a:solidFill>
                  <a:srgbClr val="233342"/>
                </a:solidFill>
                <a:latin typeface="Arial"/>
                <a:ea typeface="Arial"/>
                <a:cs typeface="Arial"/>
              </a:defRPr>
            </a:lvl6pPr>
            <a:lvl7pPr>
              <a:defRPr sz="1575" b="1">
                <a:solidFill>
                  <a:srgbClr val="233342"/>
                </a:solidFill>
                <a:latin typeface="Arial"/>
                <a:ea typeface="Arial"/>
                <a:cs typeface="Arial"/>
              </a:defRPr>
            </a:lvl7pPr>
            <a:lvl8pPr>
              <a:defRPr sz="1575" b="1">
                <a:solidFill>
                  <a:srgbClr val="233342"/>
                </a:solidFill>
                <a:latin typeface="Arial"/>
                <a:ea typeface="Arial"/>
                <a:cs typeface="Arial"/>
              </a:defRPr>
            </a:lvl8pPr>
            <a:lvl9pPr>
              <a:defRPr sz="1575" b="1">
                <a:solidFill>
                  <a:srgbClr val="233342"/>
                </a:solidFill>
                <a:latin typeface="Arial"/>
                <a:ea typeface="Arial"/>
                <a:cs typeface="Arial"/>
              </a:defRPr>
            </a:lvl9pPr>
          </a:lstStyle>
          <a:p>
            <a:pPr>
              <a:defRPr sz="1575" b="1">
                <a:solidFill>
                  <a:srgbClr val="233342"/>
                </a:solidFill>
                <a:latin typeface="Arial"/>
                <a:ea typeface="Arial"/>
                <a:cs typeface="Arial"/>
              </a:defRPr>
            </a:pPr>
            <a:r>
              <a:rPr sz="1575" b="1">
                <a:solidFill>
                  <a:srgbClr val="233342"/>
                </a:solidFill>
                <a:latin typeface="Arial"/>
                <a:ea typeface="Arial"/>
                <a:cs typeface="Arial"/>
              </a:rPr>
              <a:t>BabyDeBERTa-zh</a:t>
            </a:r>
          </a:p>
        </p:txBody>
      </p:sp>
      <p:sp>
        <p:nvSpPr>
          <p:cNvPr id="17" name="矩形 16">
            <a:extLst>
              <a:ext uri="{FF2B5EF4-FFF2-40B4-BE49-F238E27FC236}">
                <a16:creationId xmlns:a16="http://schemas.microsoft.com/office/drawing/2014/main" id="{C28EA3EB-CBFA-48BE-A315-7025D07BCDD6}"/>
              </a:ext>
            </a:extLst>
          </p:cNvPr>
          <p:cNvSpPr>
            <a:spLocks noGrp="1"/>
          </p:cNvSpPr>
          <p:nvPr/>
        </p:nvSpPr>
        <p:spPr>
          <a:xfrm>
            <a:off x="10382250" y="3419475"/>
            <a:ext cx="857250" cy="361950"/>
          </a:xfrm>
          <a:prstGeom prst="rect">
            <a:avLst/>
          </a:prstGeom>
          <a:noFill/>
          <a:ln w="0">
            <a:noFill/>
            <a:prstDash val="solid"/>
          </a:ln>
        </p:spPr>
        <p:txBody>
          <a:bodyPr wrap="square" lIns="0" tIns="0" rIns="0" bIns="0">
            <a:noAutofit/>
          </a:bodyPr>
          <a:lstStyle>
            <a:defPPr algn="r">
              <a:defRPr sz="2025" b="1">
                <a:solidFill>
                  <a:srgbClr val="9E1B32"/>
                </a:solidFill>
                <a:latin typeface="Arial"/>
                <a:ea typeface="Arial"/>
                <a:cs typeface="Arial"/>
              </a:defRPr>
            </a:defPPr>
            <a:lvl1pPr algn="r">
              <a:defRPr sz="2025" b="1">
                <a:solidFill>
                  <a:srgbClr val="9E1B32"/>
                </a:solidFill>
                <a:latin typeface="Arial"/>
                <a:ea typeface="Arial"/>
                <a:cs typeface="Arial"/>
              </a:defRPr>
            </a:lvl1pPr>
            <a:lvl2pPr algn="r">
              <a:defRPr sz="2025" b="1">
                <a:solidFill>
                  <a:srgbClr val="9E1B32"/>
                </a:solidFill>
                <a:latin typeface="Arial"/>
                <a:ea typeface="Arial"/>
                <a:cs typeface="Arial"/>
              </a:defRPr>
            </a:lvl2pPr>
            <a:lvl3pPr algn="r">
              <a:defRPr sz="2025" b="1">
                <a:solidFill>
                  <a:srgbClr val="9E1B32"/>
                </a:solidFill>
                <a:latin typeface="Arial"/>
                <a:ea typeface="Arial"/>
                <a:cs typeface="Arial"/>
              </a:defRPr>
            </a:lvl3pPr>
            <a:lvl4pPr algn="r">
              <a:defRPr sz="2025" b="1">
                <a:solidFill>
                  <a:srgbClr val="9E1B32"/>
                </a:solidFill>
                <a:latin typeface="Arial"/>
                <a:ea typeface="Arial"/>
                <a:cs typeface="Arial"/>
              </a:defRPr>
            </a:lvl4pPr>
            <a:lvl5pPr algn="r">
              <a:defRPr sz="2025" b="1">
                <a:solidFill>
                  <a:srgbClr val="9E1B32"/>
                </a:solidFill>
                <a:latin typeface="Arial"/>
                <a:ea typeface="Arial"/>
                <a:cs typeface="Arial"/>
              </a:defRPr>
            </a:lvl5pPr>
            <a:lvl6pPr algn="r">
              <a:defRPr sz="2025" b="1">
                <a:solidFill>
                  <a:srgbClr val="9E1B32"/>
                </a:solidFill>
                <a:latin typeface="Arial"/>
                <a:ea typeface="Arial"/>
                <a:cs typeface="Arial"/>
              </a:defRPr>
            </a:lvl6pPr>
            <a:lvl7pPr algn="r">
              <a:defRPr sz="2025" b="1">
                <a:solidFill>
                  <a:srgbClr val="9E1B32"/>
                </a:solidFill>
                <a:latin typeface="Arial"/>
                <a:ea typeface="Arial"/>
                <a:cs typeface="Arial"/>
              </a:defRPr>
            </a:lvl7pPr>
            <a:lvl8pPr algn="r">
              <a:defRPr sz="2025" b="1">
                <a:solidFill>
                  <a:srgbClr val="9E1B32"/>
                </a:solidFill>
                <a:latin typeface="Arial"/>
                <a:ea typeface="Arial"/>
                <a:cs typeface="Arial"/>
              </a:defRPr>
            </a:lvl8pPr>
            <a:lvl9pPr algn="r">
              <a:defRPr sz="2025" b="1">
                <a:solidFill>
                  <a:srgbClr val="9E1B32"/>
                </a:solidFill>
                <a:latin typeface="Arial"/>
                <a:ea typeface="Arial"/>
                <a:cs typeface="Arial"/>
              </a:defRPr>
            </a:lvl9pPr>
          </a:lstStyle>
          <a:p>
            <a:pPr algn="r">
              <a:defRPr sz="2025" b="1">
                <a:solidFill>
                  <a:srgbClr val="9E1B32"/>
                </a:solidFill>
                <a:latin typeface="Arial"/>
                <a:ea typeface="Arial"/>
                <a:cs typeface="Arial"/>
              </a:defRPr>
            </a:pPr>
            <a:r>
              <a:rPr sz="2025" b="1">
                <a:solidFill>
                  <a:srgbClr val="9E1B32"/>
                </a:solidFill>
                <a:latin typeface="Arial"/>
                <a:ea typeface="Arial"/>
                <a:cs typeface="Arial"/>
              </a:rPr>
              <a:t>60.99</a:t>
            </a:r>
          </a:p>
        </p:txBody>
      </p:sp>
      <p:sp>
        <p:nvSpPr>
          <p:cNvPr id="18" name="矩形 17">
            <a:extLst>
              <a:ext uri="{FF2B5EF4-FFF2-40B4-BE49-F238E27FC236}">
                <a16:creationId xmlns:a16="http://schemas.microsoft.com/office/drawing/2014/main" id="{F71EC079-127E-466B-B4E5-F985D7A3C935}"/>
              </a:ext>
            </a:extLst>
          </p:cNvPr>
          <p:cNvSpPr>
            <a:spLocks noGrp="1"/>
          </p:cNvSpPr>
          <p:nvPr/>
        </p:nvSpPr>
        <p:spPr>
          <a:xfrm>
            <a:off x="7924800" y="3943350"/>
            <a:ext cx="3314700" cy="9525"/>
          </a:xfrm>
          <a:prstGeom prst="rect">
            <a:avLst/>
          </a:prstGeom>
          <a:solidFill>
            <a:srgbClr val="D9D7D2"/>
          </a:solidFill>
          <a:ln w="0">
            <a:noFill/>
            <a:prstDash val="solid"/>
          </a:ln>
        </p:spPr>
      </p:sp>
      <p:sp>
        <p:nvSpPr>
          <p:cNvPr id="19" name="矩形 18">
            <a:extLst>
              <a:ext uri="{FF2B5EF4-FFF2-40B4-BE49-F238E27FC236}">
                <a16:creationId xmlns:a16="http://schemas.microsoft.com/office/drawing/2014/main" id="{A22AC653-3BC4-4600-AF49-E06B1656845B}"/>
              </a:ext>
            </a:extLst>
          </p:cNvPr>
          <p:cNvSpPr>
            <a:spLocks noGrp="1"/>
          </p:cNvSpPr>
          <p:nvPr/>
        </p:nvSpPr>
        <p:spPr>
          <a:xfrm>
            <a:off x="7924800" y="4114800"/>
            <a:ext cx="2095500" cy="190500"/>
          </a:xfrm>
          <a:prstGeom prst="rect">
            <a:avLst/>
          </a:prstGeom>
          <a:noFill/>
          <a:ln w="0">
            <a:noFill/>
            <a:prstDash val="solid"/>
          </a:ln>
        </p:spPr>
        <p:txBody>
          <a:bodyPr wrap="square" lIns="0" tIns="0" rIns="0" bIns="0">
            <a:noAutofit/>
          </a:bodyPr>
          <a:lstStyle>
            <a:defPPr>
              <a:defRPr sz="975" b="1">
                <a:solidFill>
                  <a:srgbClr val="C49A2C"/>
                </a:solidFill>
                <a:latin typeface="Arial"/>
                <a:ea typeface="Arial"/>
                <a:cs typeface="Arial"/>
              </a:defRPr>
            </a:defPPr>
            <a:lvl1pPr>
              <a:defRPr sz="975" b="1">
                <a:solidFill>
                  <a:srgbClr val="C49A2C"/>
                </a:solidFill>
                <a:latin typeface="Arial"/>
                <a:ea typeface="Arial"/>
                <a:cs typeface="Arial"/>
              </a:defRPr>
            </a:lvl1pPr>
            <a:lvl2pPr>
              <a:defRPr sz="975" b="1">
                <a:solidFill>
                  <a:srgbClr val="C49A2C"/>
                </a:solidFill>
                <a:latin typeface="Arial"/>
                <a:ea typeface="Arial"/>
                <a:cs typeface="Arial"/>
              </a:defRPr>
            </a:lvl2pPr>
            <a:lvl3pPr>
              <a:defRPr sz="975" b="1">
                <a:solidFill>
                  <a:srgbClr val="C49A2C"/>
                </a:solidFill>
                <a:latin typeface="Arial"/>
                <a:ea typeface="Arial"/>
                <a:cs typeface="Arial"/>
              </a:defRPr>
            </a:lvl3pPr>
            <a:lvl4pPr>
              <a:defRPr sz="975" b="1">
                <a:solidFill>
                  <a:srgbClr val="C49A2C"/>
                </a:solidFill>
                <a:latin typeface="Arial"/>
                <a:ea typeface="Arial"/>
                <a:cs typeface="Arial"/>
              </a:defRPr>
            </a:lvl4pPr>
            <a:lvl5pPr>
              <a:defRPr sz="975" b="1">
                <a:solidFill>
                  <a:srgbClr val="C49A2C"/>
                </a:solidFill>
                <a:latin typeface="Arial"/>
                <a:ea typeface="Arial"/>
                <a:cs typeface="Arial"/>
              </a:defRPr>
            </a:lvl5pPr>
            <a:lvl6pPr>
              <a:defRPr sz="975" b="1">
                <a:solidFill>
                  <a:srgbClr val="C49A2C"/>
                </a:solidFill>
                <a:latin typeface="Arial"/>
                <a:ea typeface="Arial"/>
                <a:cs typeface="Arial"/>
              </a:defRPr>
            </a:lvl6pPr>
            <a:lvl7pPr>
              <a:defRPr sz="975" b="1">
                <a:solidFill>
                  <a:srgbClr val="C49A2C"/>
                </a:solidFill>
                <a:latin typeface="Arial"/>
                <a:ea typeface="Arial"/>
                <a:cs typeface="Arial"/>
              </a:defRPr>
            </a:lvl7pPr>
            <a:lvl8pPr>
              <a:defRPr sz="975" b="1">
                <a:solidFill>
                  <a:srgbClr val="C49A2C"/>
                </a:solidFill>
                <a:latin typeface="Arial"/>
                <a:ea typeface="Arial"/>
                <a:cs typeface="Arial"/>
              </a:defRPr>
            </a:lvl8pPr>
            <a:lvl9pPr>
              <a:defRPr sz="975" b="1">
                <a:solidFill>
                  <a:srgbClr val="C49A2C"/>
                </a:solidFill>
                <a:latin typeface="Arial"/>
                <a:ea typeface="Arial"/>
                <a:cs typeface="Arial"/>
              </a:defRPr>
            </a:lvl9pPr>
          </a:lstStyle>
          <a:p>
            <a:pPr>
              <a:defRPr sz="975" b="1">
                <a:solidFill>
                  <a:srgbClr val="C49A2C"/>
                </a:solidFill>
                <a:latin typeface="Arial"/>
                <a:ea typeface="Arial"/>
                <a:cs typeface="Arial"/>
              </a:defRPr>
            </a:pPr>
            <a:r>
              <a:rPr sz="975" b="1">
                <a:solidFill>
                  <a:srgbClr val="C49A2C"/>
                </a:solidFill>
                <a:latin typeface="Arial"/>
                <a:ea typeface="Arial"/>
                <a:cs typeface="Arial"/>
              </a:rPr>
              <a:t>COGNITIVE MODELING</a:t>
            </a:r>
          </a:p>
        </p:txBody>
      </p:sp>
      <p:sp>
        <p:nvSpPr>
          <p:cNvPr id="20" name="矩形 19">
            <a:extLst>
              <a:ext uri="{FF2B5EF4-FFF2-40B4-BE49-F238E27FC236}">
                <a16:creationId xmlns:a16="http://schemas.microsoft.com/office/drawing/2014/main" id="{EC62E12B-1A17-4FFC-A7EE-8CE44B125BF0}"/>
              </a:ext>
            </a:extLst>
          </p:cNvPr>
          <p:cNvSpPr>
            <a:spLocks noGrp="1"/>
          </p:cNvSpPr>
          <p:nvPr/>
        </p:nvSpPr>
        <p:spPr>
          <a:xfrm>
            <a:off x="7924800" y="4371975"/>
            <a:ext cx="2333625" cy="304800"/>
          </a:xfrm>
          <a:prstGeom prst="rect">
            <a:avLst/>
          </a:prstGeom>
          <a:noFill/>
          <a:ln w="0">
            <a:noFill/>
            <a:prstDash val="solid"/>
          </a:ln>
        </p:spPr>
        <p:txBody>
          <a:bodyPr wrap="square" lIns="0" tIns="0" rIns="0" bIns="0">
            <a:normAutofit/>
          </a:bodyPr>
          <a:lstStyle>
            <a:defPPr>
              <a:defRPr sz="1575" b="1">
                <a:solidFill>
                  <a:srgbClr val="233342"/>
                </a:solidFill>
                <a:latin typeface="Arial"/>
                <a:ea typeface="Arial"/>
                <a:cs typeface="Arial"/>
              </a:defRPr>
            </a:defPPr>
            <a:lvl1pPr>
              <a:defRPr sz="1575" b="1">
                <a:solidFill>
                  <a:srgbClr val="233342"/>
                </a:solidFill>
                <a:latin typeface="Arial"/>
                <a:ea typeface="Arial"/>
                <a:cs typeface="Arial"/>
              </a:defRPr>
            </a:lvl1pPr>
            <a:lvl2pPr>
              <a:defRPr sz="1575" b="1">
                <a:solidFill>
                  <a:srgbClr val="233342"/>
                </a:solidFill>
                <a:latin typeface="Arial"/>
                <a:ea typeface="Arial"/>
                <a:cs typeface="Arial"/>
              </a:defRPr>
            </a:lvl2pPr>
            <a:lvl3pPr>
              <a:defRPr sz="1575" b="1">
                <a:solidFill>
                  <a:srgbClr val="233342"/>
                </a:solidFill>
                <a:latin typeface="Arial"/>
                <a:ea typeface="Arial"/>
                <a:cs typeface="Arial"/>
              </a:defRPr>
            </a:lvl3pPr>
            <a:lvl4pPr>
              <a:defRPr sz="1575" b="1">
                <a:solidFill>
                  <a:srgbClr val="233342"/>
                </a:solidFill>
                <a:latin typeface="Arial"/>
                <a:ea typeface="Arial"/>
                <a:cs typeface="Arial"/>
              </a:defRPr>
            </a:lvl4pPr>
            <a:lvl5pPr>
              <a:defRPr sz="1575" b="1">
                <a:solidFill>
                  <a:srgbClr val="233342"/>
                </a:solidFill>
                <a:latin typeface="Arial"/>
                <a:ea typeface="Arial"/>
                <a:cs typeface="Arial"/>
              </a:defRPr>
            </a:lvl5pPr>
            <a:lvl6pPr>
              <a:defRPr sz="1575" b="1">
                <a:solidFill>
                  <a:srgbClr val="233342"/>
                </a:solidFill>
                <a:latin typeface="Arial"/>
                <a:ea typeface="Arial"/>
                <a:cs typeface="Arial"/>
              </a:defRPr>
            </a:lvl6pPr>
            <a:lvl7pPr>
              <a:defRPr sz="1575" b="1">
                <a:solidFill>
                  <a:srgbClr val="233342"/>
                </a:solidFill>
                <a:latin typeface="Arial"/>
                <a:ea typeface="Arial"/>
                <a:cs typeface="Arial"/>
              </a:defRPr>
            </a:lvl7pPr>
            <a:lvl8pPr>
              <a:defRPr sz="1575" b="1">
                <a:solidFill>
                  <a:srgbClr val="233342"/>
                </a:solidFill>
                <a:latin typeface="Arial"/>
                <a:ea typeface="Arial"/>
                <a:cs typeface="Arial"/>
              </a:defRPr>
            </a:lvl8pPr>
            <a:lvl9pPr>
              <a:defRPr sz="1575" b="1">
                <a:solidFill>
                  <a:srgbClr val="233342"/>
                </a:solidFill>
                <a:latin typeface="Arial"/>
                <a:ea typeface="Arial"/>
                <a:cs typeface="Arial"/>
              </a:defRPr>
            </a:lvl9pPr>
          </a:lstStyle>
          <a:p>
            <a:pPr>
              <a:defRPr sz="1575" b="1">
                <a:solidFill>
                  <a:srgbClr val="233342"/>
                </a:solidFill>
                <a:latin typeface="Arial"/>
                <a:ea typeface="Arial"/>
                <a:cs typeface="Arial"/>
              </a:defRPr>
            </a:pPr>
            <a:r>
              <a:rPr sz="1575" b="1">
                <a:solidFill>
                  <a:srgbClr val="233342"/>
                </a:solidFill>
                <a:latin typeface="Arial"/>
                <a:ea typeface="Arial"/>
                <a:cs typeface="Arial"/>
              </a:rPr>
              <a:t>RepDuet</a:t>
            </a:r>
          </a:p>
        </p:txBody>
      </p:sp>
      <p:sp>
        <p:nvSpPr>
          <p:cNvPr id="21" name="矩形 20">
            <a:extLst>
              <a:ext uri="{FF2B5EF4-FFF2-40B4-BE49-F238E27FC236}">
                <a16:creationId xmlns:a16="http://schemas.microsoft.com/office/drawing/2014/main" id="{DD7A2900-00AE-48B4-8108-CBC1C132865F}"/>
              </a:ext>
            </a:extLst>
          </p:cNvPr>
          <p:cNvSpPr>
            <a:spLocks noGrp="1"/>
          </p:cNvSpPr>
          <p:nvPr/>
        </p:nvSpPr>
        <p:spPr>
          <a:xfrm>
            <a:off x="10382250" y="4286250"/>
            <a:ext cx="857250" cy="361950"/>
          </a:xfrm>
          <a:prstGeom prst="rect">
            <a:avLst/>
          </a:prstGeom>
          <a:noFill/>
          <a:ln w="0">
            <a:noFill/>
            <a:prstDash val="solid"/>
          </a:ln>
        </p:spPr>
        <p:txBody>
          <a:bodyPr wrap="square" lIns="0" tIns="0" rIns="0" bIns="0">
            <a:noAutofit/>
          </a:bodyPr>
          <a:lstStyle>
            <a:defPPr algn="r">
              <a:defRPr sz="2025" b="1">
                <a:solidFill>
                  <a:srgbClr val="9E1B32"/>
                </a:solidFill>
                <a:latin typeface="Arial"/>
                <a:ea typeface="Arial"/>
                <a:cs typeface="Arial"/>
              </a:defRPr>
            </a:defPPr>
            <a:lvl1pPr algn="r">
              <a:defRPr sz="2025" b="1">
                <a:solidFill>
                  <a:srgbClr val="9E1B32"/>
                </a:solidFill>
                <a:latin typeface="Arial"/>
                <a:ea typeface="Arial"/>
                <a:cs typeface="Arial"/>
              </a:defRPr>
            </a:lvl1pPr>
            <a:lvl2pPr algn="r">
              <a:defRPr sz="2025" b="1">
                <a:solidFill>
                  <a:srgbClr val="9E1B32"/>
                </a:solidFill>
                <a:latin typeface="Arial"/>
                <a:ea typeface="Arial"/>
                <a:cs typeface="Arial"/>
              </a:defRPr>
            </a:lvl2pPr>
            <a:lvl3pPr algn="r">
              <a:defRPr sz="2025" b="1">
                <a:solidFill>
                  <a:srgbClr val="9E1B32"/>
                </a:solidFill>
                <a:latin typeface="Arial"/>
                <a:ea typeface="Arial"/>
                <a:cs typeface="Arial"/>
              </a:defRPr>
            </a:lvl3pPr>
            <a:lvl4pPr algn="r">
              <a:defRPr sz="2025" b="1">
                <a:solidFill>
                  <a:srgbClr val="9E1B32"/>
                </a:solidFill>
                <a:latin typeface="Arial"/>
                <a:ea typeface="Arial"/>
                <a:cs typeface="Arial"/>
              </a:defRPr>
            </a:lvl4pPr>
            <a:lvl5pPr algn="r">
              <a:defRPr sz="2025" b="1">
                <a:solidFill>
                  <a:srgbClr val="9E1B32"/>
                </a:solidFill>
                <a:latin typeface="Arial"/>
                <a:ea typeface="Arial"/>
                <a:cs typeface="Arial"/>
              </a:defRPr>
            </a:lvl5pPr>
            <a:lvl6pPr algn="r">
              <a:defRPr sz="2025" b="1">
                <a:solidFill>
                  <a:srgbClr val="9E1B32"/>
                </a:solidFill>
                <a:latin typeface="Arial"/>
                <a:ea typeface="Arial"/>
                <a:cs typeface="Arial"/>
              </a:defRPr>
            </a:lvl6pPr>
            <a:lvl7pPr algn="r">
              <a:defRPr sz="2025" b="1">
                <a:solidFill>
                  <a:srgbClr val="9E1B32"/>
                </a:solidFill>
                <a:latin typeface="Arial"/>
                <a:ea typeface="Arial"/>
                <a:cs typeface="Arial"/>
              </a:defRPr>
            </a:lvl7pPr>
            <a:lvl8pPr algn="r">
              <a:defRPr sz="2025" b="1">
                <a:solidFill>
                  <a:srgbClr val="9E1B32"/>
                </a:solidFill>
                <a:latin typeface="Arial"/>
                <a:ea typeface="Arial"/>
                <a:cs typeface="Arial"/>
              </a:defRPr>
            </a:lvl8pPr>
            <a:lvl9pPr algn="r">
              <a:defRPr sz="2025" b="1">
                <a:solidFill>
                  <a:srgbClr val="9E1B32"/>
                </a:solidFill>
                <a:latin typeface="Arial"/>
                <a:ea typeface="Arial"/>
                <a:cs typeface="Arial"/>
              </a:defRPr>
            </a:lvl9pPr>
          </a:lstStyle>
          <a:p>
            <a:pPr algn="r">
              <a:defRPr sz="2025" b="1">
                <a:solidFill>
                  <a:srgbClr val="9E1B32"/>
                </a:solidFill>
                <a:latin typeface="Arial"/>
                <a:ea typeface="Arial"/>
                <a:cs typeface="Arial"/>
              </a:defRPr>
            </a:pPr>
            <a:r>
              <a:rPr sz="2025" b="1">
                <a:solidFill>
                  <a:srgbClr val="9E1B32"/>
                </a:solidFill>
                <a:latin typeface="Arial"/>
                <a:ea typeface="Arial"/>
                <a:cs typeface="Arial"/>
              </a:rPr>
              <a:t>33.96</a:t>
            </a:r>
          </a:p>
        </p:txBody>
      </p:sp>
      <p:sp>
        <p:nvSpPr>
          <p:cNvPr id="22" name="矩形 21">
            <a:extLst>
              <a:ext uri="{FF2B5EF4-FFF2-40B4-BE49-F238E27FC236}">
                <a16:creationId xmlns:a16="http://schemas.microsoft.com/office/drawing/2014/main" id="{A215E774-87D8-4708-959A-1A768D504F88}"/>
              </a:ext>
            </a:extLst>
          </p:cNvPr>
          <p:cNvSpPr>
            <a:spLocks noGrp="1"/>
          </p:cNvSpPr>
          <p:nvPr/>
        </p:nvSpPr>
        <p:spPr>
          <a:xfrm>
            <a:off x="7924800" y="4810125"/>
            <a:ext cx="3314700" cy="9525"/>
          </a:xfrm>
          <a:prstGeom prst="rect">
            <a:avLst/>
          </a:prstGeom>
          <a:solidFill>
            <a:srgbClr val="D9D7D2"/>
          </a:solidFill>
          <a:ln w="0">
            <a:noFill/>
            <a:prstDash val="solid"/>
          </a:ln>
        </p:spPr>
      </p:sp>
      <p:sp>
        <p:nvSpPr>
          <p:cNvPr id="23" name="矩形 22">
            <a:extLst>
              <a:ext uri="{FF2B5EF4-FFF2-40B4-BE49-F238E27FC236}">
                <a16:creationId xmlns:a16="http://schemas.microsoft.com/office/drawing/2014/main" id="{9952157E-9DB6-4C34-AB37-280CFF909B5B}"/>
              </a:ext>
            </a:extLst>
          </p:cNvPr>
          <p:cNvSpPr>
            <a:spLocks noGrp="1"/>
          </p:cNvSpPr>
          <p:nvPr/>
        </p:nvSpPr>
        <p:spPr>
          <a:xfrm>
            <a:off x="7924800" y="4981575"/>
            <a:ext cx="2095500" cy="190500"/>
          </a:xfrm>
          <a:prstGeom prst="rect">
            <a:avLst/>
          </a:prstGeom>
          <a:noFill/>
          <a:ln w="0">
            <a:noFill/>
            <a:prstDash val="solid"/>
          </a:ln>
        </p:spPr>
        <p:txBody>
          <a:bodyPr wrap="square" lIns="0" tIns="0" rIns="0" bIns="0">
            <a:noAutofit/>
          </a:bodyPr>
          <a:lstStyle>
            <a:defPPr>
              <a:defRPr sz="975" b="1">
                <a:solidFill>
                  <a:srgbClr val="C49A2C"/>
                </a:solidFill>
                <a:latin typeface="Arial"/>
                <a:ea typeface="Arial"/>
                <a:cs typeface="Arial"/>
              </a:defRPr>
            </a:defPPr>
            <a:lvl1pPr>
              <a:defRPr sz="975" b="1">
                <a:solidFill>
                  <a:srgbClr val="C49A2C"/>
                </a:solidFill>
                <a:latin typeface="Arial"/>
                <a:ea typeface="Arial"/>
                <a:cs typeface="Arial"/>
              </a:defRPr>
            </a:lvl1pPr>
            <a:lvl2pPr>
              <a:defRPr sz="975" b="1">
                <a:solidFill>
                  <a:srgbClr val="C49A2C"/>
                </a:solidFill>
                <a:latin typeface="Arial"/>
                <a:ea typeface="Arial"/>
                <a:cs typeface="Arial"/>
              </a:defRPr>
            </a:lvl2pPr>
            <a:lvl3pPr>
              <a:defRPr sz="975" b="1">
                <a:solidFill>
                  <a:srgbClr val="C49A2C"/>
                </a:solidFill>
                <a:latin typeface="Arial"/>
                <a:ea typeface="Arial"/>
                <a:cs typeface="Arial"/>
              </a:defRPr>
            </a:lvl3pPr>
            <a:lvl4pPr>
              <a:defRPr sz="975" b="1">
                <a:solidFill>
                  <a:srgbClr val="C49A2C"/>
                </a:solidFill>
                <a:latin typeface="Arial"/>
                <a:ea typeface="Arial"/>
                <a:cs typeface="Arial"/>
              </a:defRPr>
            </a:lvl4pPr>
            <a:lvl5pPr>
              <a:defRPr sz="975" b="1">
                <a:solidFill>
                  <a:srgbClr val="C49A2C"/>
                </a:solidFill>
                <a:latin typeface="Arial"/>
                <a:ea typeface="Arial"/>
                <a:cs typeface="Arial"/>
              </a:defRPr>
            </a:lvl5pPr>
            <a:lvl6pPr>
              <a:defRPr sz="975" b="1">
                <a:solidFill>
                  <a:srgbClr val="C49A2C"/>
                </a:solidFill>
                <a:latin typeface="Arial"/>
                <a:ea typeface="Arial"/>
                <a:cs typeface="Arial"/>
              </a:defRPr>
            </a:lvl6pPr>
            <a:lvl7pPr>
              <a:defRPr sz="975" b="1">
                <a:solidFill>
                  <a:srgbClr val="C49A2C"/>
                </a:solidFill>
                <a:latin typeface="Arial"/>
                <a:ea typeface="Arial"/>
                <a:cs typeface="Arial"/>
              </a:defRPr>
            </a:lvl7pPr>
            <a:lvl8pPr>
              <a:defRPr sz="975" b="1">
                <a:solidFill>
                  <a:srgbClr val="C49A2C"/>
                </a:solidFill>
                <a:latin typeface="Arial"/>
                <a:ea typeface="Arial"/>
                <a:cs typeface="Arial"/>
              </a:defRPr>
            </a:lvl8pPr>
            <a:lvl9pPr>
              <a:defRPr sz="975" b="1">
                <a:solidFill>
                  <a:srgbClr val="C49A2C"/>
                </a:solidFill>
                <a:latin typeface="Arial"/>
                <a:ea typeface="Arial"/>
                <a:cs typeface="Arial"/>
              </a:defRPr>
            </a:lvl9pPr>
          </a:lstStyle>
          <a:p>
            <a:pPr>
              <a:defRPr sz="975" b="1">
                <a:solidFill>
                  <a:srgbClr val="C49A2C"/>
                </a:solidFill>
                <a:latin typeface="Arial"/>
                <a:ea typeface="Arial"/>
                <a:cs typeface="Arial"/>
              </a:defRPr>
            </a:pPr>
            <a:r>
              <a:rPr sz="975" b="1">
                <a:solidFill>
                  <a:srgbClr val="C49A2C"/>
                </a:solidFill>
                <a:latin typeface="Arial"/>
                <a:ea typeface="Arial"/>
                <a:cs typeface="Arial"/>
              </a:rPr>
              <a:t>HANZI</a:t>
            </a:r>
          </a:p>
        </p:txBody>
      </p:sp>
      <p:sp>
        <p:nvSpPr>
          <p:cNvPr id="24" name="矩形 23">
            <a:extLst>
              <a:ext uri="{FF2B5EF4-FFF2-40B4-BE49-F238E27FC236}">
                <a16:creationId xmlns:a16="http://schemas.microsoft.com/office/drawing/2014/main" id="{84F89B00-D52C-4C71-B88A-17D574A5B3AD}"/>
              </a:ext>
            </a:extLst>
          </p:cNvPr>
          <p:cNvSpPr>
            <a:spLocks noGrp="1"/>
          </p:cNvSpPr>
          <p:nvPr/>
        </p:nvSpPr>
        <p:spPr>
          <a:xfrm>
            <a:off x="7924800" y="5238750"/>
            <a:ext cx="2333625" cy="304800"/>
          </a:xfrm>
          <a:prstGeom prst="rect">
            <a:avLst/>
          </a:prstGeom>
          <a:noFill/>
          <a:ln w="0">
            <a:noFill/>
            <a:prstDash val="solid"/>
          </a:ln>
        </p:spPr>
        <p:txBody>
          <a:bodyPr wrap="square" lIns="0" tIns="0" rIns="0" bIns="0">
            <a:normAutofit/>
          </a:bodyPr>
          <a:lstStyle>
            <a:defPPr>
              <a:defRPr sz="1575" b="1">
                <a:solidFill>
                  <a:srgbClr val="233342"/>
                </a:solidFill>
                <a:latin typeface="Arial"/>
                <a:ea typeface="Arial"/>
                <a:cs typeface="Arial"/>
              </a:defRPr>
            </a:defPPr>
            <a:lvl1pPr>
              <a:defRPr sz="1575" b="1">
                <a:solidFill>
                  <a:srgbClr val="233342"/>
                </a:solidFill>
                <a:latin typeface="Arial"/>
                <a:ea typeface="Arial"/>
                <a:cs typeface="Arial"/>
              </a:defRPr>
            </a:lvl1pPr>
            <a:lvl2pPr>
              <a:defRPr sz="1575" b="1">
                <a:solidFill>
                  <a:srgbClr val="233342"/>
                </a:solidFill>
                <a:latin typeface="Arial"/>
                <a:ea typeface="Arial"/>
                <a:cs typeface="Arial"/>
              </a:defRPr>
            </a:lvl2pPr>
            <a:lvl3pPr>
              <a:defRPr sz="1575" b="1">
                <a:solidFill>
                  <a:srgbClr val="233342"/>
                </a:solidFill>
                <a:latin typeface="Arial"/>
                <a:ea typeface="Arial"/>
                <a:cs typeface="Arial"/>
              </a:defRPr>
            </a:lvl3pPr>
            <a:lvl4pPr>
              <a:defRPr sz="1575" b="1">
                <a:solidFill>
                  <a:srgbClr val="233342"/>
                </a:solidFill>
                <a:latin typeface="Arial"/>
                <a:ea typeface="Arial"/>
                <a:cs typeface="Arial"/>
              </a:defRPr>
            </a:lvl4pPr>
            <a:lvl5pPr>
              <a:defRPr sz="1575" b="1">
                <a:solidFill>
                  <a:srgbClr val="233342"/>
                </a:solidFill>
                <a:latin typeface="Arial"/>
                <a:ea typeface="Arial"/>
                <a:cs typeface="Arial"/>
              </a:defRPr>
            </a:lvl5pPr>
            <a:lvl6pPr>
              <a:defRPr sz="1575" b="1">
                <a:solidFill>
                  <a:srgbClr val="233342"/>
                </a:solidFill>
                <a:latin typeface="Arial"/>
                <a:ea typeface="Arial"/>
                <a:cs typeface="Arial"/>
              </a:defRPr>
            </a:lvl6pPr>
            <a:lvl7pPr>
              <a:defRPr sz="1575" b="1">
                <a:solidFill>
                  <a:srgbClr val="233342"/>
                </a:solidFill>
                <a:latin typeface="Arial"/>
                <a:ea typeface="Arial"/>
                <a:cs typeface="Arial"/>
              </a:defRPr>
            </a:lvl7pPr>
            <a:lvl8pPr>
              <a:defRPr sz="1575" b="1">
                <a:solidFill>
                  <a:srgbClr val="233342"/>
                </a:solidFill>
                <a:latin typeface="Arial"/>
                <a:ea typeface="Arial"/>
                <a:cs typeface="Arial"/>
              </a:defRPr>
            </a:lvl8pPr>
            <a:lvl9pPr>
              <a:defRPr sz="1575" b="1">
                <a:solidFill>
                  <a:srgbClr val="233342"/>
                </a:solidFill>
                <a:latin typeface="Arial"/>
                <a:ea typeface="Arial"/>
                <a:cs typeface="Arial"/>
              </a:defRPr>
            </a:lvl9pPr>
          </a:lstStyle>
          <a:p>
            <a:pPr>
              <a:defRPr sz="1575" b="1">
                <a:solidFill>
                  <a:srgbClr val="233342"/>
                </a:solidFill>
                <a:latin typeface="Arial"/>
                <a:ea typeface="Arial"/>
                <a:cs typeface="Arial"/>
              </a:defRPr>
            </a:pPr>
            <a:r>
              <a:rPr sz="1575" b="1">
                <a:solidFill>
                  <a:srgbClr val="233342"/>
                </a:solidFill>
                <a:latin typeface="Arial"/>
                <a:ea typeface="Arial"/>
                <a:cs typeface="Arial"/>
              </a:rPr>
              <a:t>BabyDragon-v4</a:t>
            </a:r>
          </a:p>
        </p:txBody>
      </p:sp>
      <p:sp>
        <p:nvSpPr>
          <p:cNvPr id="25" name="矩形 24">
            <a:extLst>
              <a:ext uri="{FF2B5EF4-FFF2-40B4-BE49-F238E27FC236}">
                <a16:creationId xmlns:a16="http://schemas.microsoft.com/office/drawing/2014/main" id="{65A9E174-8E5A-4DD5-B8F8-DF8480529B65}"/>
              </a:ext>
            </a:extLst>
          </p:cNvPr>
          <p:cNvSpPr>
            <a:spLocks noGrp="1"/>
          </p:cNvSpPr>
          <p:nvPr/>
        </p:nvSpPr>
        <p:spPr>
          <a:xfrm>
            <a:off x="10382250" y="5153025"/>
            <a:ext cx="857250" cy="361950"/>
          </a:xfrm>
          <a:prstGeom prst="rect">
            <a:avLst/>
          </a:prstGeom>
          <a:noFill/>
          <a:ln w="0">
            <a:noFill/>
            <a:prstDash val="solid"/>
          </a:ln>
        </p:spPr>
        <p:txBody>
          <a:bodyPr wrap="square" lIns="0" tIns="0" rIns="0" bIns="0">
            <a:noAutofit/>
          </a:bodyPr>
          <a:lstStyle>
            <a:defPPr algn="r">
              <a:defRPr sz="2025" b="1">
                <a:solidFill>
                  <a:srgbClr val="9E1B32"/>
                </a:solidFill>
                <a:latin typeface="Arial"/>
                <a:ea typeface="Arial"/>
                <a:cs typeface="Arial"/>
              </a:defRPr>
            </a:defPPr>
            <a:lvl1pPr algn="r">
              <a:defRPr sz="2025" b="1">
                <a:solidFill>
                  <a:srgbClr val="9E1B32"/>
                </a:solidFill>
                <a:latin typeface="Arial"/>
                <a:ea typeface="Arial"/>
                <a:cs typeface="Arial"/>
              </a:defRPr>
            </a:lvl1pPr>
            <a:lvl2pPr algn="r">
              <a:defRPr sz="2025" b="1">
                <a:solidFill>
                  <a:srgbClr val="9E1B32"/>
                </a:solidFill>
                <a:latin typeface="Arial"/>
                <a:ea typeface="Arial"/>
                <a:cs typeface="Arial"/>
              </a:defRPr>
            </a:lvl2pPr>
            <a:lvl3pPr algn="r">
              <a:defRPr sz="2025" b="1">
                <a:solidFill>
                  <a:srgbClr val="9E1B32"/>
                </a:solidFill>
                <a:latin typeface="Arial"/>
                <a:ea typeface="Arial"/>
                <a:cs typeface="Arial"/>
              </a:defRPr>
            </a:lvl3pPr>
            <a:lvl4pPr algn="r">
              <a:defRPr sz="2025" b="1">
                <a:solidFill>
                  <a:srgbClr val="9E1B32"/>
                </a:solidFill>
                <a:latin typeface="Arial"/>
                <a:ea typeface="Arial"/>
                <a:cs typeface="Arial"/>
              </a:defRPr>
            </a:lvl4pPr>
            <a:lvl5pPr algn="r">
              <a:defRPr sz="2025" b="1">
                <a:solidFill>
                  <a:srgbClr val="9E1B32"/>
                </a:solidFill>
                <a:latin typeface="Arial"/>
                <a:ea typeface="Arial"/>
                <a:cs typeface="Arial"/>
              </a:defRPr>
            </a:lvl5pPr>
            <a:lvl6pPr algn="r">
              <a:defRPr sz="2025" b="1">
                <a:solidFill>
                  <a:srgbClr val="9E1B32"/>
                </a:solidFill>
                <a:latin typeface="Arial"/>
                <a:ea typeface="Arial"/>
                <a:cs typeface="Arial"/>
              </a:defRPr>
            </a:lvl6pPr>
            <a:lvl7pPr algn="r">
              <a:defRPr sz="2025" b="1">
                <a:solidFill>
                  <a:srgbClr val="9E1B32"/>
                </a:solidFill>
                <a:latin typeface="Arial"/>
                <a:ea typeface="Arial"/>
                <a:cs typeface="Arial"/>
              </a:defRPr>
            </a:lvl7pPr>
            <a:lvl8pPr algn="r">
              <a:defRPr sz="2025" b="1">
                <a:solidFill>
                  <a:srgbClr val="9E1B32"/>
                </a:solidFill>
                <a:latin typeface="Arial"/>
                <a:ea typeface="Arial"/>
                <a:cs typeface="Arial"/>
              </a:defRPr>
            </a:lvl8pPr>
            <a:lvl9pPr algn="r">
              <a:defRPr sz="2025" b="1">
                <a:solidFill>
                  <a:srgbClr val="9E1B32"/>
                </a:solidFill>
                <a:latin typeface="Arial"/>
                <a:ea typeface="Arial"/>
                <a:cs typeface="Arial"/>
              </a:defRPr>
            </a:lvl9pPr>
          </a:lstStyle>
          <a:p>
            <a:pPr algn="r">
              <a:defRPr sz="2025" b="1">
                <a:solidFill>
                  <a:srgbClr val="9E1B32"/>
                </a:solidFill>
                <a:latin typeface="Arial"/>
                <a:ea typeface="Arial"/>
                <a:cs typeface="Arial"/>
              </a:defRPr>
            </a:pPr>
            <a:r>
              <a:rPr sz="2025" b="1">
                <a:solidFill>
                  <a:srgbClr val="9E1B32"/>
                </a:solidFill>
                <a:latin typeface="Arial"/>
                <a:ea typeface="Arial"/>
                <a:cs typeface="Arial"/>
              </a:rPr>
              <a:t>91.56</a:t>
            </a:r>
          </a:p>
        </p:txBody>
      </p:sp>
      <p:sp>
        <p:nvSpPr>
          <p:cNvPr id="26" name="矩形 25">
            <a:extLst>
              <a:ext uri="{FF2B5EF4-FFF2-40B4-BE49-F238E27FC236}">
                <a16:creationId xmlns:a16="http://schemas.microsoft.com/office/drawing/2014/main" id="{BFCEABCF-2DDF-4DA3-9AAB-57811B12337C}"/>
              </a:ext>
            </a:extLst>
          </p:cNvPr>
          <p:cNvSpPr>
            <a:spLocks noGrp="1"/>
          </p:cNvSpPr>
          <p:nvPr/>
        </p:nvSpPr>
        <p:spPr>
          <a:xfrm>
            <a:off x="685800" y="6076950"/>
            <a:ext cx="10001250" cy="238125"/>
          </a:xfrm>
          <a:prstGeom prst="rect">
            <a:avLst/>
          </a:prstGeom>
          <a:noFill/>
          <a:ln w="0">
            <a:noFill/>
            <a:prstDash val="solid"/>
          </a:ln>
        </p:spPr>
        <p:txBody>
          <a:bodyPr wrap="square" lIns="0" tIns="0" rIns="0" bIns="0">
            <a:noAutofit/>
          </a:bodyPr>
          <a:lstStyle>
            <a:defPPr>
              <a:defRPr sz="1125" i="1">
                <a:solidFill>
                  <a:srgbClr val="686E75"/>
                </a:solidFill>
                <a:latin typeface="Arial"/>
                <a:ea typeface="Arial"/>
                <a:cs typeface="Arial"/>
              </a:defRPr>
            </a:defPPr>
            <a:lvl1pPr>
              <a:defRPr sz="1125" i="1">
                <a:solidFill>
                  <a:srgbClr val="686E75"/>
                </a:solidFill>
                <a:latin typeface="Arial"/>
                <a:ea typeface="Arial"/>
                <a:cs typeface="Arial"/>
              </a:defRPr>
            </a:lvl1pPr>
            <a:lvl2pPr>
              <a:defRPr sz="1125" i="1">
                <a:solidFill>
                  <a:srgbClr val="686E75"/>
                </a:solidFill>
                <a:latin typeface="Arial"/>
                <a:ea typeface="Arial"/>
                <a:cs typeface="Arial"/>
              </a:defRPr>
            </a:lvl2pPr>
            <a:lvl3pPr>
              <a:defRPr sz="1125" i="1">
                <a:solidFill>
                  <a:srgbClr val="686E75"/>
                </a:solidFill>
                <a:latin typeface="Arial"/>
                <a:ea typeface="Arial"/>
                <a:cs typeface="Arial"/>
              </a:defRPr>
            </a:lvl3pPr>
            <a:lvl4pPr>
              <a:defRPr sz="1125" i="1">
                <a:solidFill>
                  <a:srgbClr val="686E75"/>
                </a:solidFill>
                <a:latin typeface="Arial"/>
                <a:ea typeface="Arial"/>
                <a:cs typeface="Arial"/>
              </a:defRPr>
            </a:lvl4pPr>
            <a:lvl5pPr>
              <a:defRPr sz="1125" i="1">
                <a:solidFill>
                  <a:srgbClr val="686E75"/>
                </a:solidFill>
                <a:latin typeface="Arial"/>
                <a:ea typeface="Arial"/>
                <a:cs typeface="Arial"/>
              </a:defRPr>
            </a:lvl5pPr>
            <a:lvl6pPr>
              <a:defRPr sz="1125" i="1">
                <a:solidFill>
                  <a:srgbClr val="686E75"/>
                </a:solidFill>
                <a:latin typeface="Arial"/>
                <a:ea typeface="Arial"/>
                <a:cs typeface="Arial"/>
              </a:defRPr>
            </a:lvl6pPr>
            <a:lvl7pPr>
              <a:defRPr sz="1125" i="1">
                <a:solidFill>
                  <a:srgbClr val="686E75"/>
                </a:solidFill>
                <a:latin typeface="Arial"/>
                <a:ea typeface="Arial"/>
                <a:cs typeface="Arial"/>
              </a:defRPr>
            </a:lvl7pPr>
            <a:lvl8pPr>
              <a:defRPr sz="1125" i="1">
                <a:solidFill>
                  <a:srgbClr val="686E75"/>
                </a:solidFill>
                <a:latin typeface="Arial"/>
                <a:ea typeface="Arial"/>
                <a:cs typeface="Arial"/>
              </a:defRPr>
            </a:lvl8pPr>
            <a:lvl9pPr>
              <a:defRPr sz="1125" i="1">
                <a:solidFill>
                  <a:srgbClr val="686E75"/>
                </a:solidFill>
                <a:latin typeface="Arial"/>
                <a:ea typeface="Arial"/>
                <a:cs typeface="Arial"/>
              </a:defRPr>
            </a:lvl9pPr>
          </a:lstStyle>
          <a:p>
            <a:pPr>
              <a:defRPr sz="1125" i="1">
                <a:solidFill>
                  <a:srgbClr val="686E75"/>
                </a:solidFill>
                <a:latin typeface="Arial"/>
                <a:ea typeface="Arial"/>
                <a:cs typeface="Arial"/>
              </a:defRPr>
            </a:pPr>
            <a:r>
              <a:rPr sz="1125" i="1">
                <a:solidFill>
                  <a:srgbClr val="686E75"/>
                </a:solidFill>
                <a:latin typeface="Arial"/>
                <a:ea typeface="Arial"/>
                <a:cs typeface="Arial"/>
              </a:rPr>
              <a:t>Overall = macro-average of NLU, Cognitive Modeling, and Hanzi</a:t>
            </a:r>
          </a:p>
        </p:txBody>
      </p:sp>
      <p:sp>
        <p:nvSpPr>
          <p:cNvPr id="27" name="slide-5-footer-label">
            <a:extLst>
              <a:ext uri="{FF2B5EF4-FFF2-40B4-BE49-F238E27FC236}">
                <a16:creationId xmlns:a16="http://schemas.microsoft.com/office/drawing/2014/main" id="{20797D32-8797-45F9-B224-FE51E70EB433}"/>
              </a:ext>
            </a:extLst>
          </p:cNvPr>
          <p:cNvSpPr>
            <a:spLocks noGrp="1"/>
          </p:cNvSpPr>
          <p:nvPr/>
        </p:nvSpPr>
        <p:spPr>
          <a:xfrm>
            <a:off x="685800" y="6486525"/>
            <a:ext cx="3048000" cy="171450"/>
          </a:xfrm>
          <a:prstGeom prst="rect">
            <a:avLst/>
          </a:prstGeom>
          <a:noFill/>
          <a:ln w="0">
            <a:noFill/>
            <a:prstDash val="solid"/>
          </a:ln>
        </p:spPr>
        <p:txBody>
          <a:bodyPr wrap="square" lIns="0" tIns="0" rIns="0" bIns="0">
            <a:noAutofit/>
          </a:bodyPr>
          <a:lstStyle>
            <a:defPPr>
              <a:defRPr sz="975">
                <a:solidFill>
                  <a:srgbClr val="A5A9AE"/>
                </a:solidFill>
                <a:latin typeface="Arial"/>
                <a:ea typeface="Arial"/>
                <a:cs typeface="Arial"/>
              </a:defRPr>
            </a:defPPr>
            <a:lvl1pPr>
              <a:defRPr sz="975">
                <a:solidFill>
                  <a:srgbClr val="A5A9AE"/>
                </a:solidFill>
                <a:latin typeface="Arial"/>
                <a:ea typeface="Arial"/>
                <a:cs typeface="Arial"/>
              </a:defRPr>
            </a:lvl1pPr>
            <a:lvl2pPr>
              <a:defRPr sz="975">
                <a:solidFill>
                  <a:srgbClr val="A5A9AE"/>
                </a:solidFill>
                <a:latin typeface="Arial"/>
                <a:ea typeface="Arial"/>
                <a:cs typeface="Arial"/>
              </a:defRPr>
            </a:lvl2pPr>
            <a:lvl3pPr>
              <a:defRPr sz="975">
                <a:solidFill>
                  <a:srgbClr val="A5A9AE"/>
                </a:solidFill>
                <a:latin typeface="Arial"/>
                <a:ea typeface="Arial"/>
                <a:cs typeface="Arial"/>
              </a:defRPr>
            </a:lvl3pPr>
            <a:lvl4pPr>
              <a:defRPr sz="975">
                <a:solidFill>
                  <a:srgbClr val="A5A9AE"/>
                </a:solidFill>
                <a:latin typeface="Arial"/>
                <a:ea typeface="Arial"/>
                <a:cs typeface="Arial"/>
              </a:defRPr>
            </a:lvl4pPr>
            <a:lvl5pPr>
              <a:defRPr sz="975">
                <a:solidFill>
                  <a:srgbClr val="A5A9AE"/>
                </a:solidFill>
                <a:latin typeface="Arial"/>
                <a:ea typeface="Arial"/>
                <a:cs typeface="Arial"/>
              </a:defRPr>
            </a:lvl5pPr>
            <a:lvl6pPr>
              <a:defRPr sz="975">
                <a:solidFill>
                  <a:srgbClr val="A5A9AE"/>
                </a:solidFill>
                <a:latin typeface="Arial"/>
                <a:ea typeface="Arial"/>
                <a:cs typeface="Arial"/>
              </a:defRPr>
            </a:lvl6pPr>
            <a:lvl7pPr>
              <a:defRPr sz="975">
                <a:solidFill>
                  <a:srgbClr val="A5A9AE"/>
                </a:solidFill>
                <a:latin typeface="Arial"/>
                <a:ea typeface="Arial"/>
                <a:cs typeface="Arial"/>
              </a:defRPr>
            </a:lvl7pPr>
            <a:lvl8pPr>
              <a:defRPr sz="975">
                <a:solidFill>
                  <a:srgbClr val="A5A9AE"/>
                </a:solidFill>
                <a:latin typeface="Arial"/>
                <a:ea typeface="Arial"/>
                <a:cs typeface="Arial"/>
              </a:defRPr>
            </a:lvl8pPr>
            <a:lvl9pPr>
              <a:defRPr sz="975">
                <a:solidFill>
                  <a:srgbClr val="A5A9AE"/>
                </a:solidFill>
                <a:latin typeface="Arial"/>
                <a:ea typeface="Arial"/>
                <a:cs typeface="Arial"/>
              </a:defRPr>
            </a:lvl9pPr>
          </a:lstStyle>
          <a:p>
            <a:pPr>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8" name="slide-5-footer-number">
            <a:extLst>
              <a:ext uri="{FF2B5EF4-FFF2-40B4-BE49-F238E27FC236}">
                <a16:creationId xmlns:a16="http://schemas.microsoft.com/office/drawing/2014/main" id="{80796F6F-A4FB-4DFF-A293-27DD13AF38AF}"/>
              </a:ext>
            </a:extLst>
          </p:cNvPr>
          <p:cNvSpPr>
            <a:spLocks noGrp="1"/>
          </p:cNvSpPr>
          <p:nvPr/>
        </p:nvSpPr>
        <p:spPr>
          <a:xfrm>
            <a:off x="11001375" y="6467475"/>
            <a:ext cx="504825" cy="190500"/>
          </a:xfrm>
          <a:prstGeom prst="rect">
            <a:avLst/>
          </a:prstGeom>
          <a:noFill/>
          <a:ln w="0">
            <a:noFill/>
            <a:prstDash val="solid"/>
          </a:ln>
        </p:spPr>
        <p:txBody>
          <a:bodyPr wrap="square" lIns="0" tIns="0" rIns="0" bIns="0">
            <a:noAutofit/>
          </a:bodyPr>
          <a:lstStyle>
            <a:defPPr algn="r">
              <a:defRPr sz="1050" b="1">
                <a:solidFill>
                  <a:srgbClr val="9E1B32"/>
                </a:solidFill>
                <a:latin typeface="Arial"/>
                <a:ea typeface="Arial"/>
                <a:cs typeface="Arial"/>
              </a:defRPr>
            </a:defPPr>
            <a:lvl1pPr algn="r">
              <a:defRPr sz="1050" b="1">
                <a:solidFill>
                  <a:srgbClr val="9E1B32"/>
                </a:solidFill>
                <a:latin typeface="Arial"/>
                <a:ea typeface="Arial"/>
                <a:cs typeface="Arial"/>
              </a:defRPr>
            </a:lvl1pPr>
            <a:lvl2pPr algn="r">
              <a:defRPr sz="1050" b="1">
                <a:solidFill>
                  <a:srgbClr val="9E1B32"/>
                </a:solidFill>
                <a:latin typeface="Arial"/>
                <a:ea typeface="Arial"/>
                <a:cs typeface="Arial"/>
              </a:defRPr>
            </a:lvl2pPr>
            <a:lvl3pPr algn="r">
              <a:defRPr sz="1050" b="1">
                <a:solidFill>
                  <a:srgbClr val="9E1B32"/>
                </a:solidFill>
                <a:latin typeface="Arial"/>
                <a:ea typeface="Arial"/>
                <a:cs typeface="Arial"/>
              </a:defRPr>
            </a:lvl3pPr>
            <a:lvl4pPr algn="r">
              <a:defRPr sz="1050" b="1">
                <a:solidFill>
                  <a:srgbClr val="9E1B32"/>
                </a:solidFill>
                <a:latin typeface="Arial"/>
                <a:ea typeface="Arial"/>
                <a:cs typeface="Arial"/>
              </a:defRPr>
            </a:lvl4pPr>
            <a:lvl5pPr algn="r">
              <a:defRPr sz="1050" b="1">
                <a:solidFill>
                  <a:srgbClr val="9E1B32"/>
                </a:solidFill>
                <a:latin typeface="Arial"/>
                <a:ea typeface="Arial"/>
                <a:cs typeface="Arial"/>
              </a:defRPr>
            </a:lvl5pPr>
            <a:lvl6pPr algn="r">
              <a:defRPr sz="1050" b="1">
                <a:solidFill>
                  <a:srgbClr val="9E1B32"/>
                </a:solidFill>
                <a:latin typeface="Arial"/>
                <a:ea typeface="Arial"/>
                <a:cs typeface="Arial"/>
              </a:defRPr>
            </a:lvl6pPr>
            <a:lvl7pPr algn="r">
              <a:defRPr sz="1050" b="1">
                <a:solidFill>
                  <a:srgbClr val="9E1B32"/>
                </a:solidFill>
                <a:latin typeface="Arial"/>
                <a:ea typeface="Arial"/>
                <a:cs typeface="Arial"/>
              </a:defRPr>
            </a:lvl7pPr>
            <a:lvl8pPr algn="r">
              <a:defRPr sz="1050" b="1">
                <a:solidFill>
                  <a:srgbClr val="9E1B32"/>
                </a:solidFill>
                <a:latin typeface="Arial"/>
                <a:ea typeface="Arial"/>
                <a:cs typeface="Arial"/>
              </a:defRPr>
            </a:lvl8pPr>
            <a:lvl9pPr algn="r">
              <a:defRPr sz="1050" b="1">
                <a:solidFill>
                  <a:srgbClr val="9E1B32"/>
                </a:solidFill>
                <a:latin typeface="Arial"/>
                <a:ea typeface="Arial"/>
                <a:cs typeface="Arial"/>
              </a:defRPr>
            </a:lvl9pPr>
          </a:lstStyle>
          <a:p>
            <a:pPr algn="r">
              <a:defRPr sz="1050" b="1">
                <a:solidFill>
                  <a:srgbClr val="9E1B32"/>
                </a:solidFill>
                <a:latin typeface="Arial"/>
                <a:ea typeface="Arial"/>
                <a:cs typeface="Arial"/>
              </a:defRPr>
            </a:pPr>
            <a:r>
              <a:rPr sz="1050" b="1">
                <a:solidFill>
                  <a:srgbClr val="9E1B32"/>
                </a:solidFill>
                <a:latin typeface="Arial"/>
                <a:ea typeface="Arial"/>
                <a:cs typeface="Arial"/>
              </a:rPr>
              <a:t>05</a:t>
            </a:r>
          </a:p>
        </p:txBody>
      </p:sp>
    </p:spTree>
    <p:extLst>
      <p:ext uri="{BB962C8B-B14F-4D97-AF65-F5344CB8AC3E}">
        <p14:creationId xmlns:p14="http://schemas.microsoft.com/office/powerpoint/2010/main" val="2028430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slide-6-title">
            <a:extLst>
              <a:ext uri="{FF2B5EF4-FFF2-40B4-BE49-F238E27FC236}">
                <a16:creationId xmlns:a16="http://schemas.microsoft.com/office/drawing/2014/main" id="{777AF88B-55C0-40E7-8312-BE0E44927BE1}"/>
              </a:ext>
            </a:extLst>
          </p:cNvPr>
          <p:cNvSpPr>
            <a:spLocks noGrp="1"/>
          </p:cNvSpPr>
          <p:nvPr/>
        </p:nvSpPr>
        <p:spPr>
          <a:xfrm>
            <a:off x="685800" y="409575"/>
            <a:ext cx="10001250" cy="533400"/>
          </a:xfrm>
          <a:prstGeom prst="rect">
            <a:avLst/>
          </a:prstGeom>
          <a:noFill/>
          <a:ln w="0">
            <a:noFill/>
            <a:prstDash val="solid"/>
          </a:ln>
        </p:spPr>
        <p:txBody>
          <a:bodyPr wrap="square" lIns="0" tIns="0" rIns="0" bIns="0">
            <a:noAutofit/>
          </a:bodyPr>
          <a:lstStyle>
            <a:defPPr>
              <a:defRPr sz="3150" b="1">
                <a:solidFill>
                  <a:srgbClr val="20242A"/>
                </a:solidFill>
                <a:latin typeface="Arial"/>
                <a:ea typeface="Arial"/>
                <a:cs typeface="Arial"/>
              </a:defRPr>
            </a:defPPr>
            <a:lvl1pPr>
              <a:defRPr sz="3150" b="1">
                <a:solidFill>
                  <a:srgbClr val="20242A"/>
                </a:solidFill>
                <a:latin typeface="Arial"/>
                <a:ea typeface="Arial"/>
                <a:cs typeface="Arial"/>
              </a:defRPr>
            </a:lvl1pPr>
            <a:lvl2pPr>
              <a:defRPr sz="3150" b="1">
                <a:solidFill>
                  <a:srgbClr val="20242A"/>
                </a:solidFill>
                <a:latin typeface="Arial"/>
                <a:ea typeface="Arial"/>
                <a:cs typeface="Arial"/>
              </a:defRPr>
            </a:lvl2pPr>
            <a:lvl3pPr>
              <a:defRPr sz="3150" b="1">
                <a:solidFill>
                  <a:srgbClr val="20242A"/>
                </a:solidFill>
                <a:latin typeface="Arial"/>
                <a:ea typeface="Arial"/>
                <a:cs typeface="Arial"/>
              </a:defRPr>
            </a:lvl3pPr>
            <a:lvl4pPr>
              <a:defRPr sz="3150" b="1">
                <a:solidFill>
                  <a:srgbClr val="20242A"/>
                </a:solidFill>
                <a:latin typeface="Arial"/>
                <a:ea typeface="Arial"/>
                <a:cs typeface="Arial"/>
              </a:defRPr>
            </a:lvl4pPr>
            <a:lvl5pPr>
              <a:defRPr sz="3150" b="1">
                <a:solidFill>
                  <a:srgbClr val="20242A"/>
                </a:solidFill>
                <a:latin typeface="Arial"/>
                <a:ea typeface="Arial"/>
                <a:cs typeface="Arial"/>
              </a:defRPr>
            </a:lvl5pPr>
            <a:lvl6pPr>
              <a:defRPr sz="3150" b="1">
                <a:solidFill>
                  <a:srgbClr val="20242A"/>
                </a:solidFill>
                <a:latin typeface="Arial"/>
                <a:ea typeface="Arial"/>
                <a:cs typeface="Arial"/>
              </a:defRPr>
            </a:lvl6pPr>
            <a:lvl7pPr>
              <a:defRPr sz="3150" b="1">
                <a:solidFill>
                  <a:srgbClr val="20242A"/>
                </a:solidFill>
                <a:latin typeface="Arial"/>
                <a:ea typeface="Arial"/>
                <a:cs typeface="Arial"/>
              </a:defRPr>
            </a:lvl7pPr>
            <a:lvl8pPr>
              <a:defRPr sz="3150" b="1">
                <a:solidFill>
                  <a:srgbClr val="20242A"/>
                </a:solidFill>
                <a:latin typeface="Arial"/>
                <a:ea typeface="Arial"/>
                <a:cs typeface="Arial"/>
              </a:defRPr>
            </a:lvl8pPr>
            <a:lvl9pPr>
              <a:defRPr sz="3150" b="1">
                <a:solidFill>
                  <a:srgbClr val="20242A"/>
                </a:solidFill>
                <a:latin typeface="Arial"/>
                <a:ea typeface="Arial"/>
                <a:cs typeface="Arial"/>
              </a:defRPr>
            </a:lvl9pPr>
          </a:lstStyle>
          <a:p>
            <a:pPr>
              <a:defRPr sz="3150" b="1">
                <a:solidFill>
                  <a:srgbClr val="20242A"/>
                </a:solidFill>
                <a:latin typeface="Arial"/>
                <a:ea typeface="Arial"/>
                <a:cs typeface="Arial"/>
              </a:defRPr>
            </a:pPr>
            <a:r>
              <a:rPr lang="en-US" sz="3150" b="1" dirty="0">
                <a:solidFill>
                  <a:srgbClr val="20242A"/>
                </a:solidFill>
                <a:latin typeface="Arial"/>
                <a:ea typeface="Arial"/>
                <a:cs typeface="Arial"/>
              </a:rPr>
              <a:t>Final Results</a:t>
            </a:r>
            <a:endParaRPr sz="3150" b="1" dirty="0">
              <a:solidFill>
                <a:srgbClr val="20242A"/>
              </a:solidFill>
              <a:latin typeface="Arial"/>
              <a:ea typeface="Arial"/>
              <a:cs typeface="Arial"/>
            </a:endParaRPr>
          </a:p>
        </p:txBody>
      </p:sp>
      <p:sp>
        <p:nvSpPr>
          <p:cNvPr id="2" name="slide-6-top-rule">
            <a:extLst>
              <a:ext uri="{FF2B5EF4-FFF2-40B4-BE49-F238E27FC236}">
                <a16:creationId xmlns:a16="http://schemas.microsoft.com/office/drawing/2014/main" id="{3229FEB6-FD13-4832-8958-79A419ABA061}"/>
              </a:ext>
            </a:extLst>
          </p:cNvPr>
          <p:cNvSpPr>
            <a:spLocks noGrp="1"/>
          </p:cNvSpPr>
          <p:nvPr/>
        </p:nvSpPr>
        <p:spPr>
          <a:xfrm>
            <a:off x="685800" y="1057275"/>
            <a:ext cx="10820400" cy="19050"/>
          </a:xfrm>
          <a:prstGeom prst="rect">
            <a:avLst/>
          </a:prstGeom>
          <a:solidFill>
            <a:srgbClr val="D9D7D2"/>
          </a:solidFill>
          <a:ln w="0">
            <a:noFill/>
            <a:prstDash val="solid"/>
          </a:ln>
        </p:spPr>
      </p:sp>
      <p:sp>
        <p:nvSpPr>
          <p:cNvPr id="3" name="矩形 2">
            <a:extLst>
              <a:ext uri="{FF2B5EF4-FFF2-40B4-BE49-F238E27FC236}">
                <a16:creationId xmlns:a16="http://schemas.microsoft.com/office/drawing/2014/main" id="{DE5D9788-F5CB-4888-8818-B58A073C824A}"/>
              </a:ext>
            </a:extLst>
          </p:cNvPr>
          <p:cNvSpPr>
            <a:spLocks noGrp="1"/>
          </p:cNvSpPr>
          <p:nvPr/>
        </p:nvSpPr>
        <p:spPr>
          <a:xfrm>
            <a:off x="685800" y="1371600"/>
            <a:ext cx="4000500" cy="304800"/>
          </a:xfrm>
          <a:prstGeom prst="rect">
            <a:avLst/>
          </a:prstGeom>
          <a:noFill/>
          <a:ln w="0">
            <a:noFill/>
            <a:prstDash val="solid"/>
          </a:ln>
        </p:spPr>
        <p:txBody>
          <a:bodyPr wrap="square" lIns="0" tIns="0" rIns="0" bIns="0">
            <a:noAutofit/>
          </a:bodyPr>
          <a:lstStyle>
            <a:defPPr>
              <a:defRPr sz="1800" b="1">
                <a:solidFill>
                  <a:srgbClr val="20242A"/>
                </a:solidFill>
                <a:latin typeface="Arial"/>
                <a:ea typeface="Arial"/>
                <a:cs typeface="Arial"/>
              </a:defRPr>
            </a:defPPr>
            <a:lvl1pPr>
              <a:defRPr sz="1800" b="1">
                <a:solidFill>
                  <a:srgbClr val="20242A"/>
                </a:solidFill>
                <a:latin typeface="Arial"/>
                <a:ea typeface="Arial"/>
                <a:cs typeface="Arial"/>
              </a:defRPr>
            </a:lvl1pPr>
            <a:lvl2pPr>
              <a:defRPr sz="1800" b="1">
                <a:solidFill>
                  <a:srgbClr val="20242A"/>
                </a:solidFill>
                <a:latin typeface="Arial"/>
                <a:ea typeface="Arial"/>
                <a:cs typeface="Arial"/>
              </a:defRPr>
            </a:lvl2pPr>
            <a:lvl3pPr>
              <a:defRPr sz="1800" b="1">
                <a:solidFill>
                  <a:srgbClr val="20242A"/>
                </a:solidFill>
                <a:latin typeface="Arial"/>
                <a:ea typeface="Arial"/>
                <a:cs typeface="Arial"/>
              </a:defRPr>
            </a:lvl3pPr>
            <a:lvl4pPr>
              <a:defRPr sz="1800" b="1">
                <a:solidFill>
                  <a:srgbClr val="20242A"/>
                </a:solidFill>
                <a:latin typeface="Arial"/>
                <a:ea typeface="Arial"/>
                <a:cs typeface="Arial"/>
              </a:defRPr>
            </a:lvl4pPr>
            <a:lvl5pPr>
              <a:defRPr sz="1800" b="1">
                <a:solidFill>
                  <a:srgbClr val="20242A"/>
                </a:solidFill>
                <a:latin typeface="Arial"/>
                <a:ea typeface="Arial"/>
                <a:cs typeface="Arial"/>
              </a:defRPr>
            </a:lvl5pPr>
            <a:lvl6pPr>
              <a:defRPr sz="1800" b="1">
                <a:solidFill>
                  <a:srgbClr val="20242A"/>
                </a:solidFill>
                <a:latin typeface="Arial"/>
                <a:ea typeface="Arial"/>
                <a:cs typeface="Arial"/>
              </a:defRPr>
            </a:lvl6pPr>
            <a:lvl7pPr>
              <a:defRPr sz="1800" b="1">
                <a:solidFill>
                  <a:srgbClr val="20242A"/>
                </a:solidFill>
                <a:latin typeface="Arial"/>
                <a:ea typeface="Arial"/>
                <a:cs typeface="Arial"/>
              </a:defRPr>
            </a:lvl7pPr>
            <a:lvl8pPr>
              <a:defRPr sz="1800" b="1">
                <a:solidFill>
                  <a:srgbClr val="20242A"/>
                </a:solidFill>
                <a:latin typeface="Arial"/>
                <a:ea typeface="Arial"/>
                <a:cs typeface="Arial"/>
              </a:defRPr>
            </a:lvl8pPr>
            <a:lvl9pPr>
              <a:defRPr sz="1800" b="1">
                <a:solidFill>
                  <a:srgbClr val="20242A"/>
                </a:solidFill>
                <a:latin typeface="Arial"/>
                <a:ea typeface="Arial"/>
                <a:cs typeface="Arial"/>
              </a:defRPr>
            </a:lvl9pPr>
          </a:lstStyle>
          <a:p>
            <a:pPr>
              <a:defRPr sz="1800" b="1">
                <a:solidFill>
                  <a:srgbClr val="20242A"/>
                </a:solidFill>
                <a:latin typeface="Arial"/>
                <a:ea typeface="Arial"/>
                <a:cs typeface="Arial"/>
              </a:defRPr>
            </a:pPr>
            <a:r>
              <a:rPr sz="1800" b="1">
                <a:solidFill>
                  <a:srgbClr val="20242A"/>
                </a:solidFill>
                <a:latin typeface="Arial"/>
                <a:ea typeface="Arial"/>
                <a:cs typeface="Arial"/>
              </a:rPr>
              <a:t>Architecture distribution</a:t>
            </a:r>
          </a:p>
        </p:txBody>
      </p:sp>
      <p:graphicFrame>
        <p:nvGraphicFramePr>
          <p:cNvPr id="4" name="Chart">
            <a:extLst>
              <a:ext uri="{FF2B5EF4-FFF2-40B4-BE49-F238E27FC236}">
                <a16:creationId xmlns:a16="http://schemas.microsoft.com/office/drawing/2014/main" id="{C1A8783B-0179-41FB-88D1-C8B598CD1B60}"/>
              </a:ext>
            </a:extLst>
          </p:cNvPr>
          <p:cNvGraphicFramePr/>
          <p:nvPr/>
        </p:nvGraphicFramePr>
        <p:xfrm>
          <a:off x="476250" y="1724025"/>
          <a:ext cx="4953000" cy="1952625"/>
        </p:xfrm>
        <a:graphic>
          <a:graphicData uri="http://schemas.openxmlformats.org/drawingml/2006/chart">
            <c:chart xmlns:c="http://schemas.openxmlformats.org/drawingml/2006/chart" xmlns:r="http://schemas.openxmlformats.org/officeDocument/2006/relationships" r:id="rId3"/>
          </a:graphicData>
        </a:graphic>
      </p:graphicFrame>
      <p:sp>
        <p:nvSpPr>
          <p:cNvPr id="5" name="矩形 4">
            <a:extLst>
              <a:ext uri="{FF2B5EF4-FFF2-40B4-BE49-F238E27FC236}">
                <a16:creationId xmlns:a16="http://schemas.microsoft.com/office/drawing/2014/main" id="{E56EE92B-D7F9-4136-BA42-2DB8B43D7B8E}"/>
              </a:ext>
            </a:extLst>
          </p:cNvPr>
          <p:cNvSpPr>
            <a:spLocks noGrp="1"/>
          </p:cNvSpPr>
          <p:nvPr/>
        </p:nvSpPr>
        <p:spPr>
          <a:xfrm>
            <a:off x="5829300" y="1390650"/>
            <a:ext cx="19050" cy="2133600"/>
          </a:xfrm>
          <a:prstGeom prst="rect">
            <a:avLst/>
          </a:prstGeom>
          <a:solidFill>
            <a:srgbClr val="D9D7D2"/>
          </a:solidFill>
          <a:ln w="0">
            <a:noFill/>
            <a:prstDash val="solid"/>
          </a:ln>
        </p:spPr>
      </p:sp>
      <p:sp>
        <p:nvSpPr>
          <p:cNvPr id="6" name="矩形 5">
            <a:extLst>
              <a:ext uri="{FF2B5EF4-FFF2-40B4-BE49-F238E27FC236}">
                <a16:creationId xmlns:a16="http://schemas.microsoft.com/office/drawing/2014/main" id="{077B038B-52BF-4B11-B06E-D0472298B077}"/>
              </a:ext>
            </a:extLst>
          </p:cNvPr>
          <p:cNvSpPr>
            <a:spLocks noGrp="1"/>
          </p:cNvSpPr>
          <p:nvPr/>
        </p:nvSpPr>
        <p:spPr>
          <a:xfrm>
            <a:off x="6238875" y="1371600"/>
            <a:ext cx="4000500" cy="304800"/>
          </a:xfrm>
          <a:prstGeom prst="rect">
            <a:avLst/>
          </a:prstGeom>
          <a:noFill/>
          <a:ln w="0">
            <a:noFill/>
            <a:prstDash val="solid"/>
          </a:ln>
        </p:spPr>
        <p:txBody>
          <a:bodyPr wrap="square" lIns="0" tIns="0" rIns="0" bIns="0">
            <a:noAutofit/>
          </a:bodyPr>
          <a:lstStyle>
            <a:defPPr>
              <a:defRPr sz="1800" b="1">
                <a:solidFill>
                  <a:srgbClr val="20242A"/>
                </a:solidFill>
                <a:latin typeface="Arial"/>
                <a:ea typeface="Arial"/>
                <a:cs typeface="Arial"/>
              </a:defRPr>
            </a:defPPr>
            <a:lvl1pPr>
              <a:defRPr sz="1800" b="1">
                <a:solidFill>
                  <a:srgbClr val="20242A"/>
                </a:solidFill>
                <a:latin typeface="Arial"/>
                <a:ea typeface="Arial"/>
                <a:cs typeface="Arial"/>
              </a:defRPr>
            </a:lvl1pPr>
            <a:lvl2pPr>
              <a:defRPr sz="1800" b="1">
                <a:solidFill>
                  <a:srgbClr val="20242A"/>
                </a:solidFill>
                <a:latin typeface="Arial"/>
                <a:ea typeface="Arial"/>
                <a:cs typeface="Arial"/>
              </a:defRPr>
            </a:lvl2pPr>
            <a:lvl3pPr>
              <a:defRPr sz="1800" b="1">
                <a:solidFill>
                  <a:srgbClr val="20242A"/>
                </a:solidFill>
                <a:latin typeface="Arial"/>
                <a:ea typeface="Arial"/>
                <a:cs typeface="Arial"/>
              </a:defRPr>
            </a:lvl3pPr>
            <a:lvl4pPr>
              <a:defRPr sz="1800" b="1">
                <a:solidFill>
                  <a:srgbClr val="20242A"/>
                </a:solidFill>
                <a:latin typeface="Arial"/>
                <a:ea typeface="Arial"/>
                <a:cs typeface="Arial"/>
              </a:defRPr>
            </a:lvl4pPr>
            <a:lvl5pPr>
              <a:defRPr sz="1800" b="1">
                <a:solidFill>
                  <a:srgbClr val="20242A"/>
                </a:solidFill>
                <a:latin typeface="Arial"/>
                <a:ea typeface="Arial"/>
                <a:cs typeface="Arial"/>
              </a:defRPr>
            </a:lvl5pPr>
            <a:lvl6pPr>
              <a:defRPr sz="1800" b="1">
                <a:solidFill>
                  <a:srgbClr val="20242A"/>
                </a:solidFill>
                <a:latin typeface="Arial"/>
                <a:ea typeface="Arial"/>
                <a:cs typeface="Arial"/>
              </a:defRPr>
            </a:lvl6pPr>
            <a:lvl7pPr>
              <a:defRPr sz="1800" b="1">
                <a:solidFill>
                  <a:srgbClr val="20242A"/>
                </a:solidFill>
                <a:latin typeface="Arial"/>
                <a:ea typeface="Arial"/>
                <a:cs typeface="Arial"/>
              </a:defRPr>
            </a:lvl7pPr>
            <a:lvl8pPr>
              <a:defRPr sz="1800" b="1">
                <a:solidFill>
                  <a:srgbClr val="20242A"/>
                </a:solidFill>
                <a:latin typeface="Arial"/>
                <a:ea typeface="Arial"/>
                <a:cs typeface="Arial"/>
              </a:defRPr>
            </a:lvl8pPr>
            <a:lvl9pPr>
              <a:defRPr sz="1800" b="1">
                <a:solidFill>
                  <a:srgbClr val="20242A"/>
                </a:solidFill>
                <a:latin typeface="Arial"/>
                <a:ea typeface="Arial"/>
                <a:cs typeface="Arial"/>
              </a:defRPr>
            </a:lvl9pPr>
          </a:lstStyle>
          <a:p>
            <a:pPr>
              <a:defRPr sz="1800" b="1">
                <a:solidFill>
                  <a:srgbClr val="20242A"/>
                </a:solidFill>
                <a:latin typeface="Arial"/>
                <a:ea typeface="Arial"/>
                <a:cs typeface="Arial"/>
              </a:defRPr>
            </a:pPr>
            <a:r>
              <a:rPr sz="1800" b="1">
                <a:solidFill>
                  <a:srgbClr val="20242A"/>
                </a:solidFill>
                <a:latin typeface="Arial"/>
                <a:ea typeface="Arial"/>
                <a:cs typeface="Arial"/>
              </a:rPr>
              <a:t>Ranking pattern</a:t>
            </a:r>
          </a:p>
        </p:txBody>
      </p:sp>
      <p:sp>
        <p:nvSpPr>
          <p:cNvPr id="7" name="矩形 6">
            <a:extLst>
              <a:ext uri="{FF2B5EF4-FFF2-40B4-BE49-F238E27FC236}">
                <a16:creationId xmlns:a16="http://schemas.microsoft.com/office/drawing/2014/main" id="{85B28AAE-F212-4709-821F-234C5BB76F2C}"/>
              </a:ext>
            </a:extLst>
          </p:cNvPr>
          <p:cNvSpPr>
            <a:spLocks noGrp="1"/>
          </p:cNvSpPr>
          <p:nvPr/>
        </p:nvSpPr>
        <p:spPr>
          <a:xfrm>
            <a:off x="6238875" y="1952625"/>
            <a:ext cx="2286000" cy="266700"/>
          </a:xfrm>
          <a:prstGeom prst="rect">
            <a:avLst/>
          </a:prstGeom>
          <a:noFill/>
          <a:ln w="0">
            <a:noFill/>
            <a:prstDash val="solid"/>
          </a:ln>
        </p:spPr>
        <p:txBody>
          <a:bodyPr wrap="square" lIns="0" tIns="0" rIns="0" bIns="0">
            <a:noAutofit/>
          </a:bodyPr>
          <a:lstStyle>
            <a:defPPr>
              <a:defRPr sz="1350" b="1">
                <a:solidFill>
                  <a:srgbClr val="C49A2C"/>
                </a:solidFill>
                <a:latin typeface="Arial"/>
                <a:ea typeface="Arial"/>
                <a:cs typeface="Arial"/>
              </a:defRPr>
            </a:defPPr>
            <a:lvl1pPr>
              <a:defRPr sz="1350" b="1">
                <a:solidFill>
                  <a:srgbClr val="C49A2C"/>
                </a:solidFill>
                <a:latin typeface="Arial"/>
                <a:ea typeface="Arial"/>
                <a:cs typeface="Arial"/>
              </a:defRPr>
            </a:lvl1pPr>
            <a:lvl2pPr>
              <a:defRPr sz="1350" b="1">
                <a:solidFill>
                  <a:srgbClr val="C49A2C"/>
                </a:solidFill>
                <a:latin typeface="Arial"/>
                <a:ea typeface="Arial"/>
                <a:cs typeface="Arial"/>
              </a:defRPr>
            </a:lvl2pPr>
            <a:lvl3pPr>
              <a:defRPr sz="1350" b="1">
                <a:solidFill>
                  <a:srgbClr val="C49A2C"/>
                </a:solidFill>
                <a:latin typeface="Arial"/>
                <a:ea typeface="Arial"/>
                <a:cs typeface="Arial"/>
              </a:defRPr>
            </a:lvl3pPr>
            <a:lvl4pPr>
              <a:defRPr sz="1350" b="1">
                <a:solidFill>
                  <a:srgbClr val="C49A2C"/>
                </a:solidFill>
                <a:latin typeface="Arial"/>
                <a:ea typeface="Arial"/>
                <a:cs typeface="Arial"/>
              </a:defRPr>
            </a:lvl4pPr>
            <a:lvl5pPr>
              <a:defRPr sz="1350" b="1">
                <a:solidFill>
                  <a:srgbClr val="C49A2C"/>
                </a:solidFill>
                <a:latin typeface="Arial"/>
                <a:ea typeface="Arial"/>
                <a:cs typeface="Arial"/>
              </a:defRPr>
            </a:lvl5pPr>
            <a:lvl6pPr>
              <a:defRPr sz="1350" b="1">
                <a:solidFill>
                  <a:srgbClr val="C49A2C"/>
                </a:solidFill>
                <a:latin typeface="Arial"/>
                <a:ea typeface="Arial"/>
                <a:cs typeface="Arial"/>
              </a:defRPr>
            </a:lvl6pPr>
            <a:lvl7pPr>
              <a:defRPr sz="1350" b="1">
                <a:solidFill>
                  <a:srgbClr val="C49A2C"/>
                </a:solidFill>
                <a:latin typeface="Arial"/>
                <a:ea typeface="Arial"/>
                <a:cs typeface="Arial"/>
              </a:defRPr>
            </a:lvl7pPr>
            <a:lvl8pPr>
              <a:defRPr sz="1350" b="1">
                <a:solidFill>
                  <a:srgbClr val="C49A2C"/>
                </a:solidFill>
                <a:latin typeface="Arial"/>
                <a:ea typeface="Arial"/>
                <a:cs typeface="Arial"/>
              </a:defRPr>
            </a:lvl8pPr>
            <a:lvl9pPr>
              <a:defRPr sz="1350" b="1">
                <a:solidFill>
                  <a:srgbClr val="C49A2C"/>
                </a:solidFill>
                <a:latin typeface="Arial"/>
                <a:ea typeface="Arial"/>
                <a:cs typeface="Arial"/>
              </a:defRPr>
            </a:lvl9pPr>
          </a:lstStyle>
          <a:p>
            <a:pPr>
              <a:defRPr sz="1350" b="1">
                <a:solidFill>
                  <a:srgbClr val="C49A2C"/>
                </a:solidFill>
                <a:latin typeface="Arial"/>
                <a:ea typeface="Arial"/>
                <a:cs typeface="Arial"/>
              </a:defRPr>
            </a:pPr>
            <a:r>
              <a:rPr sz="1350" b="1">
                <a:solidFill>
                  <a:srgbClr val="C49A2C"/>
                </a:solidFill>
                <a:latin typeface="Arial"/>
                <a:ea typeface="Arial"/>
                <a:cs typeface="Arial"/>
              </a:rPr>
              <a:t>Top two overall</a:t>
            </a:r>
          </a:p>
        </p:txBody>
      </p:sp>
      <p:sp>
        <p:nvSpPr>
          <p:cNvPr id="8" name="矩形 7">
            <a:extLst>
              <a:ext uri="{FF2B5EF4-FFF2-40B4-BE49-F238E27FC236}">
                <a16:creationId xmlns:a16="http://schemas.microsoft.com/office/drawing/2014/main" id="{58F70939-B758-4FA4-B0C3-7ED4C67D2DD1}"/>
              </a:ext>
            </a:extLst>
          </p:cNvPr>
          <p:cNvSpPr>
            <a:spLocks noGrp="1"/>
          </p:cNvSpPr>
          <p:nvPr/>
        </p:nvSpPr>
        <p:spPr>
          <a:xfrm>
            <a:off x="6238875" y="2276475"/>
            <a:ext cx="4572000" cy="476250"/>
          </a:xfrm>
          <a:prstGeom prst="rect">
            <a:avLst/>
          </a:prstGeom>
          <a:noFill/>
          <a:ln w="0">
            <a:noFill/>
            <a:prstDash val="solid"/>
          </a:ln>
        </p:spPr>
        <p:txBody>
          <a:bodyPr wrap="square" lIns="0" tIns="0" rIns="0" bIns="0">
            <a:noAutofit/>
          </a:bodyPr>
          <a:lstStyle>
            <a:defPPr>
              <a:defRPr sz="2550" b="1">
                <a:solidFill>
                  <a:srgbClr val="9E1B32"/>
                </a:solidFill>
                <a:latin typeface="Arial"/>
                <a:ea typeface="Arial"/>
                <a:cs typeface="Arial"/>
              </a:defRPr>
            </a:defPPr>
            <a:lvl1pPr>
              <a:defRPr sz="2550" b="1">
                <a:solidFill>
                  <a:srgbClr val="9E1B32"/>
                </a:solidFill>
                <a:latin typeface="Arial"/>
                <a:ea typeface="Arial"/>
                <a:cs typeface="Arial"/>
              </a:defRPr>
            </a:lvl1pPr>
            <a:lvl2pPr>
              <a:defRPr sz="2550" b="1">
                <a:solidFill>
                  <a:srgbClr val="9E1B32"/>
                </a:solidFill>
                <a:latin typeface="Arial"/>
                <a:ea typeface="Arial"/>
                <a:cs typeface="Arial"/>
              </a:defRPr>
            </a:lvl2pPr>
            <a:lvl3pPr>
              <a:defRPr sz="2550" b="1">
                <a:solidFill>
                  <a:srgbClr val="9E1B32"/>
                </a:solidFill>
                <a:latin typeface="Arial"/>
                <a:ea typeface="Arial"/>
                <a:cs typeface="Arial"/>
              </a:defRPr>
            </a:lvl3pPr>
            <a:lvl4pPr>
              <a:defRPr sz="2550" b="1">
                <a:solidFill>
                  <a:srgbClr val="9E1B32"/>
                </a:solidFill>
                <a:latin typeface="Arial"/>
                <a:ea typeface="Arial"/>
                <a:cs typeface="Arial"/>
              </a:defRPr>
            </a:lvl4pPr>
            <a:lvl5pPr>
              <a:defRPr sz="2550" b="1">
                <a:solidFill>
                  <a:srgbClr val="9E1B32"/>
                </a:solidFill>
                <a:latin typeface="Arial"/>
                <a:ea typeface="Arial"/>
                <a:cs typeface="Arial"/>
              </a:defRPr>
            </a:lvl5pPr>
            <a:lvl6pPr>
              <a:defRPr sz="2550" b="1">
                <a:solidFill>
                  <a:srgbClr val="9E1B32"/>
                </a:solidFill>
                <a:latin typeface="Arial"/>
                <a:ea typeface="Arial"/>
                <a:cs typeface="Arial"/>
              </a:defRPr>
            </a:lvl6pPr>
            <a:lvl7pPr>
              <a:defRPr sz="2550" b="1">
                <a:solidFill>
                  <a:srgbClr val="9E1B32"/>
                </a:solidFill>
                <a:latin typeface="Arial"/>
                <a:ea typeface="Arial"/>
                <a:cs typeface="Arial"/>
              </a:defRPr>
            </a:lvl7pPr>
            <a:lvl8pPr>
              <a:defRPr sz="2550" b="1">
                <a:solidFill>
                  <a:srgbClr val="9E1B32"/>
                </a:solidFill>
                <a:latin typeface="Arial"/>
                <a:ea typeface="Arial"/>
                <a:cs typeface="Arial"/>
              </a:defRPr>
            </a:lvl8pPr>
            <a:lvl9pPr>
              <a:defRPr sz="2550" b="1">
                <a:solidFill>
                  <a:srgbClr val="9E1B32"/>
                </a:solidFill>
                <a:latin typeface="Arial"/>
                <a:ea typeface="Arial"/>
                <a:cs typeface="Arial"/>
              </a:defRPr>
            </a:lvl9pPr>
          </a:lstStyle>
          <a:p>
            <a:pPr>
              <a:defRPr sz="2550" b="1">
                <a:solidFill>
                  <a:srgbClr val="9E1B32"/>
                </a:solidFill>
                <a:latin typeface="Arial"/>
                <a:ea typeface="Arial"/>
                <a:cs typeface="Arial"/>
              </a:defRPr>
            </a:pPr>
            <a:r>
              <a:rPr sz="2550" b="1">
                <a:solidFill>
                  <a:srgbClr val="9E1B32"/>
                </a:solidFill>
                <a:latin typeface="Arial"/>
                <a:ea typeface="Arial"/>
                <a:cs typeface="Arial"/>
              </a:rPr>
              <a:t>Encoder-only</a:t>
            </a:r>
          </a:p>
        </p:txBody>
      </p:sp>
      <p:sp>
        <p:nvSpPr>
          <p:cNvPr id="9" name="矩形 8">
            <a:extLst>
              <a:ext uri="{FF2B5EF4-FFF2-40B4-BE49-F238E27FC236}">
                <a16:creationId xmlns:a16="http://schemas.microsoft.com/office/drawing/2014/main" id="{1CA2C839-9EAE-4296-88FB-B0FC4686FF84}"/>
              </a:ext>
            </a:extLst>
          </p:cNvPr>
          <p:cNvSpPr>
            <a:spLocks noGrp="1"/>
          </p:cNvSpPr>
          <p:nvPr/>
        </p:nvSpPr>
        <p:spPr>
          <a:xfrm>
            <a:off x="6238875" y="2895600"/>
            <a:ext cx="2286000" cy="266700"/>
          </a:xfrm>
          <a:prstGeom prst="rect">
            <a:avLst/>
          </a:prstGeom>
          <a:noFill/>
          <a:ln w="0">
            <a:noFill/>
            <a:prstDash val="solid"/>
          </a:ln>
        </p:spPr>
        <p:txBody>
          <a:bodyPr wrap="square" lIns="0" tIns="0" rIns="0" bIns="0">
            <a:noAutofit/>
          </a:bodyPr>
          <a:lstStyle>
            <a:defPPr>
              <a:defRPr sz="1350" b="1">
                <a:solidFill>
                  <a:srgbClr val="C49A2C"/>
                </a:solidFill>
                <a:latin typeface="Arial"/>
                <a:ea typeface="Arial"/>
                <a:cs typeface="Arial"/>
              </a:defRPr>
            </a:defPPr>
            <a:lvl1pPr>
              <a:defRPr sz="1350" b="1">
                <a:solidFill>
                  <a:srgbClr val="C49A2C"/>
                </a:solidFill>
                <a:latin typeface="Arial"/>
                <a:ea typeface="Arial"/>
                <a:cs typeface="Arial"/>
              </a:defRPr>
            </a:lvl1pPr>
            <a:lvl2pPr>
              <a:defRPr sz="1350" b="1">
                <a:solidFill>
                  <a:srgbClr val="C49A2C"/>
                </a:solidFill>
                <a:latin typeface="Arial"/>
                <a:ea typeface="Arial"/>
                <a:cs typeface="Arial"/>
              </a:defRPr>
            </a:lvl2pPr>
            <a:lvl3pPr>
              <a:defRPr sz="1350" b="1">
                <a:solidFill>
                  <a:srgbClr val="C49A2C"/>
                </a:solidFill>
                <a:latin typeface="Arial"/>
                <a:ea typeface="Arial"/>
                <a:cs typeface="Arial"/>
              </a:defRPr>
            </a:lvl3pPr>
            <a:lvl4pPr>
              <a:defRPr sz="1350" b="1">
                <a:solidFill>
                  <a:srgbClr val="C49A2C"/>
                </a:solidFill>
                <a:latin typeface="Arial"/>
                <a:ea typeface="Arial"/>
                <a:cs typeface="Arial"/>
              </a:defRPr>
            </a:lvl4pPr>
            <a:lvl5pPr>
              <a:defRPr sz="1350" b="1">
                <a:solidFill>
                  <a:srgbClr val="C49A2C"/>
                </a:solidFill>
                <a:latin typeface="Arial"/>
                <a:ea typeface="Arial"/>
                <a:cs typeface="Arial"/>
              </a:defRPr>
            </a:lvl5pPr>
            <a:lvl6pPr>
              <a:defRPr sz="1350" b="1">
                <a:solidFill>
                  <a:srgbClr val="C49A2C"/>
                </a:solidFill>
                <a:latin typeface="Arial"/>
                <a:ea typeface="Arial"/>
                <a:cs typeface="Arial"/>
              </a:defRPr>
            </a:lvl6pPr>
            <a:lvl7pPr>
              <a:defRPr sz="1350" b="1">
                <a:solidFill>
                  <a:srgbClr val="C49A2C"/>
                </a:solidFill>
                <a:latin typeface="Arial"/>
                <a:ea typeface="Arial"/>
                <a:cs typeface="Arial"/>
              </a:defRPr>
            </a:lvl7pPr>
            <a:lvl8pPr>
              <a:defRPr sz="1350" b="1">
                <a:solidFill>
                  <a:srgbClr val="C49A2C"/>
                </a:solidFill>
                <a:latin typeface="Arial"/>
                <a:ea typeface="Arial"/>
                <a:cs typeface="Arial"/>
              </a:defRPr>
            </a:lvl8pPr>
            <a:lvl9pPr>
              <a:defRPr sz="1350" b="1">
                <a:solidFill>
                  <a:srgbClr val="C49A2C"/>
                </a:solidFill>
                <a:latin typeface="Arial"/>
                <a:ea typeface="Arial"/>
                <a:cs typeface="Arial"/>
              </a:defRPr>
            </a:lvl9pPr>
          </a:lstStyle>
          <a:p>
            <a:pPr>
              <a:defRPr sz="1350" b="1">
                <a:solidFill>
                  <a:srgbClr val="C49A2C"/>
                </a:solidFill>
                <a:latin typeface="Arial"/>
                <a:ea typeface="Arial"/>
                <a:cs typeface="Arial"/>
              </a:defRPr>
            </a:pPr>
            <a:r>
              <a:rPr sz="1350" b="1">
                <a:solidFill>
                  <a:srgbClr val="C49A2C"/>
                </a:solidFill>
                <a:latin typeface="Arial"/>
                <a:ea typeface="Arial"/>
                <a:cs typeface="Arial"/>
              </a:rPr>
              <a:t>Third overall</a:t>
            </a:r>
          </a:p>
        </p:txBody>
      </p:sp>
      <p:sp>
        <p:nvSpPr>
          <p:cNvPr id="10" name="矩形 9">
            <a:extLst>
              <a:ext uri="{FF2B5EF4-FFF2-40B4-BE49-F238E27FC236}">
                <a16:creationId xmlns:a16="http://schemas.microsoft.com/office/drawing/2014/main" id="{2E8981B7-A54B-4035-BFA7-CCC6E592B4A2}"/>
              </a:ext>
            </a:extLst>
          </p:cNvPr>
          <p:cNvSpPr>
            <a:spLocks noGrp="1"/>
          </p:cNvSpPr>
          <p:nvPr/>
        </p:nvSpPr>
        <p:spPr>
          <a:xfrm>
            <a:off x="6238875" y="3190875"/>
            <a:ext cx="4572000" cy="428625"/>
          </a:xfrm>
          <a:prstGeom prst="rect">
            <a:avLst/>
          </a:prstGeom>
          <a:noFill/>
          <a:ln w="0">
            <a:noFill/>
            <a:prstDash val="solid"/>
          </a:ln>
        </p:spPr>
        <p:txBody>
          <a:bodyPr wrap="square" lIns="0" tIns="0" rIns="0" bIns="0">
            <a:noAutofit/>
          </a:bodyPr>
          <a:lstStyle>
            <a:defPPr>
              <a:defRPr sz="2250" b="1">
                <a:solidFill>
                  <a:srgbClr val="233342"/>
                </a:solidFill>
                <a:latin typeface="Arial"/>
                <a:ea typeface="Arial"/>
                <a:cs typeface="Arial"/>
              </a:defRPr>
            </a:defPPr>
            <a:lvl1pPr>
              <a:defRPr sz="2250" b="1">
                <a:solidFill>
                  <a:srgbClr val="233342"/>
                </a:solidFill>
                <a:latin typeface="Arial"/>
                <a:ea typeface="Arial"/>
                <a:cs typeface="Arial"/>
              </a:defRPr>
            </a:lvl1pPr>
            <a:lvl2pPr>
              <a:defRPr sz="2250" b="1">
                <a:solidFill>
                  <a:srgbClr val="233342"/>
                </a:solidFill>
                <a:latin typeface="Arial"/>
                <a:ea typeface="Arial"/>
                <a:cs typeface="Arial"/>
              </a:defRPr>
            </a:lvl2pPr>
            <a:lvl3pPr>
              <a:defRPr sz="2250" b="1">
                <a:solidFill>
                  <a:srgbClr val="233342"/>
                </a:solidFill>
                <a:latin typeface="Arial"/>
                <a:ea typeface="Arial"/>
                <a:cs typeface="Arial"/>
              </a:defRPr>
            </a:lvl3pPr>
            <a:lvl4pPr>
              <a:defRPr sz="2250" b="1">
                <a:solidFill>
                  <a:srgbClr val="233342"/>
                </a:solidFill>
                <a:latin typeface="Arial"/>
                <a:ea typeface="Arial"/>
                <a:cs typeface="Arial"/>
              </a:defRPr>
            </a:lvl4pPr>
            <a:lvl5pPr>
              <a:defRPr sz="2250" b="1">
                <a:solidFill>
                  <a:srgbClr val="233342"/>
                </a:solidFill>
                <a:latin typeface="Arial"/>
                <a:ea typeface="Arial"/>
                <a:cs typeface="Arial"/>
              </a:defRPr>
            </a:lvl5pPr>
            <a:lvl6pPr>
              <a:defRPr sz="2250" b="1">
                <a:solidFill>
                  <a:srgbClr val="233342"/>
                </a:solidFill>
                <a:latin typeface="Arial"/>
                <a:ea typeface="Arial"/>
                <a:cs typeface="Arial"/>
              </a:defRPr>
            </a:lvl6pPr>
            <a:lvl7pPr>
              <a:defRPr sz="2250" b="1">
                <a:solidFill>
                  <a:srgbClr val="233342"/>
                </a:solidFill>
                <a:latin typeface="Arial"/>
                <a:ea typeface="Arial"/>
                <a:cs typeface="Arial"/>
              </a:defRPr>
            </a:lvl7pPr>
            <a:lvl8pPr>
              <a:defRPr sz="2250" b="1">
                <a:solidFill>
                  <a:srgbClr val="233342"/>
                </a:solidFill>
                <a:latin typeface="Arial"/>
                <a:ea typeface="Arial"/>
                <a:cs typeface="Arial"/>
              </a:defRPr>
            </a:lvl8pPr>
            <a:lvl9pPr>
              <a:defRPr sz="2250" b="1">
                <a:solidFill>
                  <a:srgbClr val="233342"/>
                </a:solidFill>
                <a:latin typeface="Arial"/>
                <a:ea typeface="Arial"/>
                <a:cs typeface="Arial"/>
              </a:defRPr>
            </a:lvl9pPr>
          </a:lstStyle>
          <a:p>
            <a:pPr>
              <a:defRPr sz="2250" b="1">
                <a:solidFill>
                  <a:srgbClr val="233342"/>
                </a:solidFill>
                <a:latin typeface="Arial"/>
                <a:ea typeface="Arial"/>
                <a:cs typeface="Arial"/>
              </a:defRPr>
            </a:pPr>
            <a:r>
              <a:rPr sz="2250" b="1">
                <a:solidFill>
                  <a:srgbClr val="233342"/>
                </a:solidFill>
                <a:latin typeface="Arial"/>
                <a:ea typeface="Arial"/>
                <a:cs typeface="Arial"/>
              </a:rPr>
              <a:t>Decoder-only</a:t>
            </a:r>
          </a:p>
        </p:txBody>
      </p:sp>
      <p:sp>
        <p:nvSpPr>
          <p:cNvPr id="11" name="矩形 10">
            <a:extLst>
              <a:ext uri="{FF2B5EF4-FFF2-40B4-BE49-F238E27FC236}">
                <a16:creationId xmlns:a16="http://schemas.microsoft.com/office/drawing/2014/main" id="{9DB87B9E-F7E7-417C-9DA5-7A6E0510003A}"/>
              </a:ext>
            </a:extLst>
          </p:cNvPr>
          <p:cNvSpPr>
            <a:spLocks noGrp="1"/>
          </p:cNvSpPr>
          <p:nvPr/>
        </p:nvSpPr>
        <p:spPr>
          <a:xfrm>
            <a:off x="685800" y="3810000"/>
            <a:ext cx="10820400" cy="19050"/>
          </a:xfrm>
          <a:prstGeom prst="rect">
            <a:avLst/>
          </a:prstGeom>
          <a:solidFill>
            <a:srgbClr val="D9D7D2"/>
          </a:solidFill>
          <a:ln w="0">
            <a:noFill/>
            <a:prstDash val="solid"/>
          </a:ln>
        </p:spPr>
      </p:sp>
      <p:sp>
        <p:nvSpPr>
          <p:cNvPr id="12" name="矩形 11">
            <a:extLst>
              <a:ext uri="{FF2B5EF4-FFF2-40B4-BE49-F238E27FC236}">
                <a16:creationId xmlns:a16="http://schemas.microsoft.com/office/drawing/2014/main" id="{A958005F-E941-4149-9F69-FA006C296454}"/>
              </a:ext>
            </a:extLst>
          </p:cNvPr>
          <p:cNvSpPr>
            <a:spLocks noGrp="1"/>
          </p:cNvSpPr>
          <p:nvPr/>
        </p:nvSpPr>
        <p:spPr>
          <a:xfrm>
            <a:off x="685800" y="4057650"/>
            <a:ext cx="4000500" cy="304800"/>
          </a:xfrm>
          <a:prstGeom prst="rect">
            <a:avLst/>
          </a:prstGeom>
          <a:noFill/>
          <a:ln w="0">
            <a:noFill/>
            <a:prstDash val="solid"/>
          </a:ln>
        </p:spPr>
        <p:txBody>
          <a:bodyPr wrap="square" lIns="0" tIns="0" rIns="0" bIns="0">
            <a:noAutofit/>
          </a:bodyPr>
          <a:lstStyle>
            <a:defPPr>
              <a:defRPr sz="1800" b="1">
                <a:solidFill>
                  <a:srgbClr val="20242A"/>
                </a:solidFill>
                <a:latin typeface="Arial"/>
                <a:ea typeface="Arial"/>
                <a:cs typeface="Arial"/>
              </a:defRPr>
            </a:defPPr>
            <a:lvl1pPr>
              <a:defRPr sz="1800" b="1">
                <a:solidFill>
                  <a:srgbClr val="20242A"/>
                </a:solidFill>
                <a:latin typeface="Arial"/>
                <a:ea typeface="Arial"/>
                <a:cs typeface="Arial"/>
              </a:defRPr>
            </a:lvl1pPr>
            <a:lvl2pPr>
              <a:defRPr sz="1800" b="1">
                <a:solidFill>
                  <a:srgbClr val="20242A"/>
                </a:solidFill>
                <a:latin typeface="Arial"/>
                <a:ea typeface="Arial"/>
                <a:cs typeface="Arial"/>
              </a:defRPr>
            </a:lvl2pPr>
            <a:lvl3pPr>
              <a:defRPr sz="1800" b="1">
                <a:solidFill>
                  <a:srgbClr val="20242A"/>
                </a:solidFill>
                <a:latin typeface="Arial"/>
                <a:ea typeface="Arial"/>
                <a:cs typeface="Arial"/>
              </a:defRPr>
            </a:lvl3pPr>
            <a:lvl4pPr>
              <a:defRPr sz="1800" b="1">
                <a:solidFill>
                  <a:srgbClr val="20242A"/>
                </a:solidFill>
                <a:latin typeface="Arial"/>
                <a:ea typeface="Arial"/>
                <a:cs typeface="Arial"/>
              </a:defRPr>
            </a:lvl4pPr>
            <a:lvl5pPr>
              <a:defRPr sz="1800" b="1">
                <a:solidFill>
                  <a:srgbClr val="20242A"/>
                </a:solidFill>
                <a:latin typeface="Arial"/>
                <a:ea typeface="Arial"/>
                <a:cs typeface="Arial"/>
              </a:defRPr>
            </a:lvl5pPr>
            <a:lvl6pPr>
              <a:defRPr sz="1800" b="1">
                <a:solidFill>
                  <a:srgbClr val="20242A"/>
                </a:solidFill>
                <a:latin typeface="Arial"/>
                <a:ea typeface="Arial"/>
                <a:cs typeface="Arial"/>
              </a:defRPr>
            </a:lvl6pPr>
            <a:lvl7pPr>
              <a:defRPr sz="1800" b="1">
                <a:solidFill>
                  <a:srgbClr val="20242A"/>
                </a:solidFill>
                <a:latin typeface="Arial"/>
                <a:ea typeface="Arial"/>
                <a:cs typeface="Arial"/>
              </a:defRPr>
            </a:lvl7pPr>
            <a:lvl8pPr>
              <a:defRPr sz="1800" b="1">
                <a:solidFill>
                  <a:srgbClr val="20242A"/>
                </a:solidFill>
                <a:latin typeface="Arial"/>
                <a:ea typeface="Arial"/>
                <a:cs typeface="Arial"/>
              </a:defRPr>
            </a:lvl8pPr>
            <a:lvl9pPr>
              <a:defRPr sz="1800" b="1">
                <a:solidFill>
                  <a:srgbClr val="20242A"/>
                </a:solidFill>
                <a:latin typeface="Arial"/>
                <a:ea typeface="Arial"/>
                <a:cs typeface="Arial"/>
              </a:defRPr>
            </a:lvl9pPr>
          </a:lstStyle>
          <a:p>
            <a:pPr>
              <a:defRPr sz="1800" b="1">
                <a:solidFill>
                  <a:srgbClr val="20242A"/>
                </a:solidFill>
                <a:latin typeface="Arial"/>
                <a:ea typeface="Arial"/>
                <a:cs typeface="Arial"/>
              </a:defRPr>
            </a:pPr>
            <a:r>
              <a:rPr sz="1800" b="1">
                <a:solidFill>
                  <a:srgbClr val="20242A"/>
                </a:solidFill>
                <a:latin typeface="Arial"/>
                <a:ea typeface="Arial"/>
                <a:cs typeface="Arial"/>
              </a:rPr>
              <a:t>Score spread by track</a:t>
            </a:r>
          </a:p>
        </p:txBody>
      </p:sp>
      <p:graphicFrame>
        <p:nvGraphicFramePr>
          <p:cNvPr id="13" name="Chart">
            <a:extLst>
              <a:ext uri="{FF2B5EF4-FFF2-40B4-BE49-F238E27FC236}">
                <a16:creationId xmlns:a16="http://schemas.microsoft.com/office/drawing/2014/main" id="{39D3FD13-9A28-4596-9705-06F9111E2495}"/>
              </a:ext>
            </a:extLst>
          </p:cNvPr>
          <p:cNvGraphicFramePr/>
          <p:nvPr/>
        </p:nvGraphicFramePr>
        <p:xfrm>
          <a:off x="476250" y="4410075"/>
          <a:ext cx="8191500" cy="1809750"/>
        </p:xfrm>
        <a:graphic>
          <a:graphicData uri="http://schemas.openxmlformats.org/drawingml/2006/chart">
            <c:chart xmlns:c="http://schemas.openxmlformats.org/drawingml/2006/chart" xmlns:r="http://schemas.openxmlformats.org/officeDocument/2006/relationships" r:id="rId4"/>
          </a:graphicData>
        </a:graphic>
      </p:graphicFrame>
      <p:sp>
        <p:nvSpPr>
          <p:cNvPr id="14" name="矩形 13">
            <a:extLst>
              <a:ext uri="{FF2B5EF4-FFF2-40B4-BE49-F238E27FC236}">
                <a16:creationId xmlns:a16="http://schemas.microsoft.com/office/drawing/2014/main" id="{C01A0590-86F3-4121-BEDC-506563A97E8B}"/>
              </a:ext>
            </a:extLst>
          </p:cNvPr>
          <p:cNvSpPr>
            <a:spLocks noGrp="1"/>
          </p:cNvSpPr>
          <p:nvPr/>
        </p:nvSpPr>
        <p:spPr>
          <a:xfrm>
            <a:off x="9039225" y="4524375"/>
            <a:ext cx="2190750" cy="228600"/>
          </a:xfrm>
          <a:prstGeom prst="rect">
            <a:avLst/>
          </a:prstGeom>
          <a:noFill/>
          <a:ln w="0">
            <a:noFill/>
            <a:prstDash val="solid"/>
          </a:ln>
        </p:spPr>
        <p:txBody>
          <a:bodyPr wrap="square" lIns="0" tIns="0" rIns="0" bIns="0">
            <a:noAutofit/>
          </a:bodyPr>
          <a:lstStyle>
            <a:defPPr>
              <a:defRPr sz="1125" b="1">
                <a:solidFill>
                  <a:srgbClr val="C49A2C"/>
                </a:solidFill>
                <a:latin typeface="Arial"/>
                <a:ea typeface="Arial"/>
                <a:cs typeface="Arial"/>
              </a:defRPr>
            </a:defPPr>
            <a:lvl1pPr>
              <a:defRPr sz="1125" b="1">
                <a:solidFill>
                  <a:srgbClr val="C49A2C"/>
                </a:solidFill>
                <a:latin typeface="Arial"/>
                <a:ea typeface="Arial"/>
                <a:cs typeface="Arial"/>
              </a:defRPr>
            </a:lvl1pPr>
            <a:lvl2pPr>
              <a:defRPr sz="1125" b="1">
                <a:solidFill>
                  <a:srgbClr val="C49A2C"/>
                </a:solidFill>
                <a:latin typeface="Arial"/>
                <a:ea typeface="Arial"/>
                <a:cs typeface="Arial"/>
              </a:defRPr>
            </a:lvl2pPr>
            <a:lvl3pPr>
              <a:defRPr sz="1125" b="1">
                <a:solidFill>
                  <a:srgbClr val="C49A2C"/>
                </a:solidFill>
                <a:latin typeface="Arial"/>
                <a:ea typeface="Arial"/>
                <a:cs typeface="Arial"/>
              </a:defRPr>
            </a:lvl3pPr>
            <a:lvl4pPr>
              <a:defRPr sz="1125" b="1">
                <a:solidFill>
                  <a:srgbClr val="C49A2C"/>
                </a:solidFill>
                <a:latin typeface="Arial"/>
                <a:ea typeface="Arial"/>
                <a:cs typeface="Arial"/>
              </a:defRPr>
            </a:lvl4pPr>
            <a:lvl5pPr>
              <a:defRPr sz="1125" b="1">
                <a:solidFill>
                  <a:srgbClr val="C49A2C"/>
                </a:solidFill>
                <a:latin typeface="Arial"/>
                <a:ea typeface="Arial"/>
                <a:cs typeface="Arial"/>
              </a:defRPr>
            </a:lvl5pPr>
            <a:lvl6pPr>
              <a:defRPr sz="1125" b="1">
                <a:solidFill>
                  <a:srgbClr val="C49A2C"/>
                </a:solidFill>
                <a:latin typeface="Arial"/>
                <a:ea typeface="Arial"/>
                <a:cs typeface="Arial"/>
              </a:defRPr>
            </a:lvl6pPr>
            <a:lvl7pPr>
              <a:defRPr sz="1125" b="1">
                <a:solidFill>
                  <a:srgbClr val="C49A2C"/>
                </a:solidFill>
                <a:latin typeface="Arial"/>
                <a:ea typeface="Arial"/>
                <a:cs typeface="Arial"/>
              </a:defRPr>
            </a:lvl7pPr>
            <a:lvl8pPr>
              <a:defRPr sz="1125" b="1">
                <a:solidFill>
                  <a:srgbClr val="C49A2C"/>
                </a:solidFill>
                <a:latin typeface="Arial"/>
                <a:ea typeface="Arial"/>
                <a:cs typeface="Arial"/>
              </a:defRPr>
            </a:lvl8pPr>
            <a:lvl9pPr>
              <a:defRPr sz="1125" b="1">
                <a:solidFill>
                  <a:srgbClr val="C49A2C"/>
                </a:solidFill>
                <a:latin typeface="Arial"/>
                <a:ea typeface="Arial"/>
                <a:cs typeface="Arial"/>
              </a:defRPr>
            </a:lvl9pPr>
          </a:lstStyle>
          <a:p>
            <a:pPr>
              <a:defRPr sz="1125" b="1">
                <a:solidFill>
                  <a:srgbClr val="C49A2C"/>
                </a:solidFill>
                <a:latin typeface="Arial"/>
                <a:ea typeface="Arial"/>
                <a:cs typeface="Arial"/>
              </a:defRPr>
            </a:pPr>
            <a:r>
              <a:rPr sz="1125" b="1">
                <a:solidFill>
                  <a:srgbClr val="C49A2C"/>
                </a:solidFill>
                <a:latin typeface="Arial"/>
                <a:ea typeface="Arial"/>
                <a:cs typeface="Arial"/>
              </a:rPr>
              <a:t>Equal track weighting</a:t>
            </a:r>
          </a:p>
        </p:txBody>
      </p:sp>
      <p:sp>
        <p:nvSpPr>
          <p:cNvPr id="15" name="矩形 14">
            <a:extLst>
              <a:ext uri="{FF2B5EF4-FFF2-40B4-BE49-F238E27FC236}">
                <a16:creationId xmlns:a16="http://schemas.microsoft.com/office/drawing/2014/main" id="{5496F9FF-2D73-4C9A-BF2F-BB20D83396F4}"/>
              </a:ext>
            </a:extLst>
          </p:cNvPr>
          <p:cNvSpPr>
            <a:spLocks noGrp="1"/>
          </p:cNvSpPr>
          <p:nvPr/>
        </p:nvSpPr>
        <p:spPr>
          <a:xfrm>
            <a:off x="9039225" y="4838700"/>
            <a:ext cx="2190750" cy="1047750"/>
          </a:xfrm>
          <a:prstGeom prst="rect">
            <a:avLst/>
          </a:prstGeom>
          <a:noFill/>
          <a:ln w="0">
            <a:noFill/>
            <a:prstDash val="solid"/>
          </a:ln>
        </p:spPr>
        <p:txBody>
          <a:bodyPr wrap="square" lIns="0" tIns="0" rIns="0" bIns="0">
            <a:normAutofit/>
          </a:bodyPr>
          <a:lstStyle>
            <a:defPPr>
              <a:defRPr sz="2025" b="1">
                <a:solidFill>
                  <a:srgbClr val="9E1B32"/>
                </a:solidFill>
                <a:latin typeface="Arial"/>
                <a:ea typeface="Arial"/>
                <a:cs typeface="Arial"/>
              </a:defRPr>
            </a:defPPr>
            <a:lvl1pPr>
              <a:defRPr sz="2025" b="1">
                <a:solidFill>
                  <a:srgbClr val="9E1B32"/>
                </a:solidFill>
                <a:latin typeface="Arial"/>
                <a:ea typeface="Arial"/>
                <a:cs typeface="Arial"/>
              </a:defRPr>
            </a:lvl1pPr>
            <a:lvl2pPr>
              <a:defRPr sz="2025" b="1">
                <a:solidFill>
                  <a:srgbClr val="9E1B32"/>
                </a:solidFill>
                <a:latin typeface="Arial"/>
                <a:ea typeface="Arial"/>
                <a:cs typeface="Arial"/>
              </a:defRPr>
            </a:lvl2pPr>
            <a:lvl3pPr>
              <a:defRPr sz="2025" b="1">
                <a:solidFill>
                  <a:srgbClr val="9E1B32"/>
                </a:solidFill>
                <a:latin typeface="Arial"/>
                <a:ea typeface="Arial"/>
                <a:cs typeface="Arial"/>
              </a:defRPr>
            </a:lvl3pPr>
            <a:lvl4pPr>
              <a:defRPr sz="2025" b="1">
                <a:solidFill>
                  <a:srgbClr val="9E1B32"/>
                </a:solidFill>
                <a:latin typeface="Arial"/>
                <a:ea typeface="Arial"/>
                <a:cs typeface="Arial"/>
              </a:defRPr>
            </a:lvl4pPr>
            <a:lvl5pPr>
              <a:defRPr sz="2025" b="1">
                <a:solidFill>
                  <a:srgbClr val="9E1B32"/>
                </a:solidFill>
                <a:latin typeface="Arial"/>
                <a:ea typeface="Arial"/>
                <a:cs typeface="Arial"/>
              </a:defRPr>
            </a:lvl5pPr>
            <a:lvl6pPr>
              <a:defRPr sz="2025" b="1">
                <a:solidFill>
                  <a:srgbClr val="9E1B32"/>
                </a:solidFill>
                <a:latin typeface="Arial"/>
                <a:ea typeface="Arial"/>
                <a:cs typeface="Arial"/>
              </a:defRPr>
            </a:lvl6pPr>
            <a:lvl7pPr>
              <a:defRPr sz="2025" b="1">
                <a:solidFill>
                  <a:srgbClr val="9E1B32"/>
                </a:solidFill>
                <a:latin typeface="Arial"/>
                <a:ea typeface="Arial"/>
                <a:cs typeface="Arial"/>
              </a:defRPr>
            </a:lvl7pPr>
            <a:lvl8pPr>
              <a:defRPr sz="2025" b="1">
                <a:solidFill>
                  <a:srgbClr val="9E1B32"/>
                </a:solidFill>
                <a:latin typeface="Arial"/>
                <a:ea typeface="Arial"/>
                <a:cs typeface="Arial"/>
              </a:defRPr>
            </a:lvl8pPr>
            <a:lvl9pPr>
              <a:defRPr sz="2025" b="1">
                <a:solidFill>
                  <a:srgbClr val="9E1B32"/>
                </a:solidFill>
                <a:latin typeface="Arial"/>
                <a:ea typeface="Arial"/>
                <a:cs typeface="Arial"/>
              </a:defRPr>
            </a:lvl9pPr>
          </a:lstStyle>
          <a:p>
            <a:pPr>
              <a:lnSpc>
                <a:spcPct val="102000"/>
              </a:lnSpc>
              <a:buNone/>
              <a:defRPr sz="2025" b="1">
                <a:solidFill>
                  <a:srgbClr val="9E1B32"/>
                </a:solidFill>
                <a:latin typeface="Arial"/>
                <a:ea typeface="Arial"/>
                <a:cs typeface="Arial"/>
              </a:defRPr>
            </a:pPr>
            <a:r>
              <a:rPr sz="2025" b="1">
                <a:solidFill>
                  <a:srgbClr val="9E1B32"/>
                </a:solidFill>
                <a:latin typeface="Arial"/>
                <a:ea typeface="Arial"/>
                <a:cs typeface="Arial"/>
              </a:rPr>
              <a:t>Hanzi strongly</a:t>
            </a:r>
          </a:p>
          <a:p>
            <a:pPr>
              <a:lnSpc>
                <a:spcPct val="102000"/>
              </a:lnSpc>
              <a:buNone/>
              <a:defRPr sz="2025" b="1">
                <a:solidFill>
                  <a:srgbClr val="9E1B32"/>
                </a:solidFill>
                <a:latin typeface="Arial"/>
                <a:ea typeface="Arial"/>
                <a:cs typeface="Arial"/>
              </a:defRPr>
            </a:pPr>
            <a:r>
              <a:rPr sz="2025" b="1">
                <a:solidFill>
                  <a:srgbClr val="9E1B32"/>
                </a:solidFill>
                <a:latin typeface="Arial"/>
                <a:ea typeface="Arial"/>
                <a:cs typeface="Arial"/>
              </a:rPr>
              <a:t>separated the</a:t>
            </a:r>
          </a:p>
          <a:p>
            <a:pPr>
              <a:lnSpc>
                <a:spcPct val="102000"/>
              </a:lnSpc>
              <a:buNone/>
              <a:defRPr sz="2025" b="1">
                <a:solidFill>
                  <a:srgbClr val="9E1B32"/>
                </a:solidFill>
                <a:latin typeface="Arial"/>
                <a:ea typeface="Arial"/>
                <a:cs typeface="Arial"/>
              </a:defRPr>
            </a:pPr>
            <a:r>
              <a:rPr sz="2025" b="1">
                <a:solidFill>
                  <a:srgbClr val="9E1B32"/>
                </a:solidFill>
                <a:latin typeface="Arial"/>
                <a:ea typeface="Arial"/>
                <a:cs typeface="Arial"/>
              </a:rPr>
              <a:t>final ranking</a:t>
            </a:r>
          </a:p>
        </p:txBody>
      </p:sp>
      <p:sp>
        <p:nvSpPr>
          <p:cNvPr id="16" name="slide-6-footer-label">
            <a:extLst>
              <a:ext uri="{FF2B5EF4-FFF2-40B4-BE49-F238E27FC236}">
                <a16:creationId xmlns:a16="http://schemas.microsoft.com/office/drawing/2014/main" id="{49AC2715-0AD9-4FB0-8346-8E29CCDD9FC7}"/>
              </a:ext>
            </a:extLst>
          </p:cNvPr>
          <p:cNvSpPr>
            <a:spLocks noGrp="1"/>
          </p:cNvSpPr>
          <p:nvPr/>
        </p:nvSpPr>
        <p:spPr>
          <a:xfrm>
            <a:off x="685800" y="6486525"/>
            <a:ext cx="3048000" cy="171450"/>
          </a:xfrm>
          <a:prstGeom prst="rect">
            <a:avLst/>
          </a:prstGeom>
          <a:noFill/>
          <a:ln w="0">
            <a:noFill/>
            <a:prstDash val="solid"/>
          </a:ln>
        </p:spPr>
        <p:txBody>
          <a:bodyPr wrap="square" lIns="0" tIns="0" rIns="0" bIns="0">
            <a:noAutofit/>
          </a:bodyPr>
          <a:lstStyle>
            <a:defPPr>
              <a:defRPr sz="975">
                <a:solidFill>
                  <a:srgbClr val="A5A9AE"/>
                </a:solidFill>
                <a:latin typeface="Arial"/>
                <a:ea typeface="Arial"/>
                <a:cs typeface="Arial"/>
              </a:defRPr>
            </a:defPPr>
            <a:lvl1pPr>
              <a:defRPr sz="975">
                <a:solidFill>
                  <a:srgbClr val="A5A9AE"/>
                </a:solidFill>
                <a:latin typeface="Arial"/>
                <a:ea typeface="Arial"/>
                <a:cs typeface="Arial"/>
              </a:defRPr>
            </a:lvl1pPr>
            <a:lvl2pPr>
              <a:defRPr sz="975">
                <a:solidFill>
                  <a:srgbClr val="A5A9AE"/>
                </a:solidFill>
                <a:latin typeface="Arial"/>
                <a:ea typeface="Arial"/>
                <a:cs typeface="Arial"/>
              </a:defRPr>
            </a:lvl2pPr>
            <a:lvl3pPr>
              <a:defRPr sz="975">
                <a:solidFill>
                  <a:srgbClr val="A5A9AE"/>
                </a:solidFill>
                <a:latin typeface="Arial"/>
                <a:ea typeface="Arial"/>
                <a:cs typeface="Arial"/>
              </a:defRPr>
            </a:lvl3pPr>
            <a:lvl4pPr>
              <a:defRPr sz="975">
                <a:solidFill>
                  <a:srgbClr val="A5A9AE"/>
                </a:solidFill>
                <a:latin typeface="Arial"/>
                <a:ea typeface="Arial"/>
                <a:cs typeface="Arial"/>
              </a:defRPr>
            </a:lvl4pPr>
            <a:lvl5pPr>
              <a:defRPr sz="975">
                <a:solidFill>
                  <a:srgbClr val="A5A9AE"/>
                </a:solidFill>
                <a:latin typeface="Arial"/>
                <a:ea typeface="Arial"/>
                <a:cs typeface="Arial"/>
              </a:defRPr>
            </a:lvl5pPr>
            <a:lvl6pPr>
              <a:defRPr sz="975">
                <a:solidFill>
                  <a:srgbClr val="A5A9AE"/>
                </a:solidFill>
                <a:latin typeface="Arial"/>
                <a:ea typeface="Arial"/>
                <a:cs typeface="Arial"/>
              </a:defRPr>
            </a:lvl6pPr>
            <a:lvl7pPr>
              <a:defRPr sz="975">
                <a:solidFill>
                  <a:srgbClr val="A5A9AE"/>
                </a:solidFill>
                <a:latin typeface="Arial"/>
                <a:ea typeface="Arial"/>
                <a:cs typeface="Arial"/>
              </a:defRPr>
            </a:lvl7pPr>
            <a:lvl8pPr>
              <a:defRPr sz="975">
                <a:solidFill>
                  <a:srgbClr val="A5A9AE"/>
                </a:solidFill>
                <a:latin typeface="Arial"/>
                <a:ea typeface="Arial"/>
                <a:cs typeface="Arial"/>
              </a:defRPr>
            </a:lvl8pPr>
            <a:lvl9pPr>
              <a:defRPr sz="975">
                <a:solidFill>
                  <a:srgbClr val="A5A9AE"/>
                </a:solidFill>
                <a:latin typeface="Arial"/>
                <a:ea typeface="Arial"/>
                <a:cs typeface="Arial"/>
              </a:defRPr>
            </a:lvl9pPr>
          </a:lstStyle>
          <a:p>
            <a:pPr>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17" name="slide-6-footer-number">
            <a:extLst>
              <a:ext uri="{FF2B5EF4-FFF2-40B4-BE49-F238E27FC236}">
                <a16:creationId xmlns:a16="http://schemas.microsoft.com/office/drawing/2014/main" id="{AAF80F03-952B-4993-9B88-DDD5B161FA8A}"/>
              </a:ext>
            </a:extLst>
          </p:cNvPr>
          <p:cNvSpPr>
            <a:spLocks noGrp="1"/>
          </p:cNvSpPr>
          <p:nvPr/>
        </p:nvSpPr>
        <p:spPr>
          <a:xfrm>
            <a:off x="11001375" y="6467475"/>
            <a:ext cx="504825" cy="190500"/>
          </a:xfrm>
          <a:prstGeom prst="rect">
            <a:avLst/>
          </a:prstGeom>
          <a:noFill/>
          <a:ln w="0">
            <a:noFill/>
            <a:prstDash val="solid"/>
          </a:ln>
        </p:spPr>
        <p:txBody>
          <a:bodyPr wrap="square" lIns="0" tIns="0" rIns="0" bIns="0">
            <a:noAutofit/>
          </a:bodyPr>
          <a:lstStyle>
            <a:defPPr algn="r">
              <a:defRPr sz="1050" b="1">
                <a:solidFill>
                  <a:srgbClr val="9E1B32"/>
                </a:solidFill>
                <a:latin typeface="Arial"/>
                <a:ea typeface="Arial"/>
                <a:cs typeface="Arial"/>
              </a:defRPr>
            </a:defPPr>
            <a:lvl1pPr algn="r">
              <a:defRPr sz="1050" b="1">
                <a:solidFill>
                  <a:srgbClr val="9E1B32"/>
                </a:solidFill>
                <a:latin typeface="Arial"/>
                <a:ea typeface="Arial"/>
                <a:cs typeface="Arial"/>
              </a:defRPr>
            </a:lvl1pPr>
            <a:lvl2pPr algn="r">
              <a:defRPr sz="1050" b="1">
                <a:solidFill>
                  <a:srgbClr val="9E1B32"/>
                </a:solidFill>
                <a:latin typeface="Arial"/>
                <a:ea typeface="Arial"/>
                <a:cs typeface="Arial"/>
              </a:defRPr>
            </a:lvl2pPr>
            <a:lvl3pPr algn="r">
              <a:defRPr sz="1050" b="1">
                <a:solidFill>
                  <a:srgbClr val="9E1B32"/>
                </a:solidFill>
                <a:latin typeface="Arial"/>
                <a:ea typeface="Arial"/>
                <a:cs typeface="Arial"/>
              </a:defRPr>
            </a:lvl3pPr>
            <a:lvl4pPr algn="r">
              <a:defRPr sz="1050" b="1">
                <a:solidFill>
                  <a:srgbClr val="9E1B32"/>
                </a:solidFill>
                <a:latin typeface="Arial"/>
                <a:ea typeface="Arial"/>
                <a:cs typeface="Arial"/>
              </a:defRPr>
            </a:lvl4pPr>
            <a:lvl5pPr algn="r">
              <a:defRPr sz="1050" b="1">
                <a:solidFill>
                  <a:srgbClr val="9E1B32"/>
                </a:solidFill>
                <a:latin typeface="Arial"/>
                <a:ea typeface="Arial"/>
                <a:cs typeface="Arial"/>
              </a:defRPr>
            </a:lvl5pPr>
            <a:lvl6pPr algn="r">
              <a:defRPr sz="1050" b="1">
                <a:solidFill>
                  <a:srgbClr val="9E1B32"/>
                </a:solidFill>
                <a:latin typeface="Arial"/>
                <a:ea typeface="Arial"/>
                <a:cs typeface="Arial"/>
              </a:defRPr>
            </a:lvl6pPr>
            <a:lvl7pPr algn="r">
              <a:defRPr sz="1050" b="1">
                <a:solidFill>
                  <a:srgbClr val="9E1B32"/>
                </a:solidFill>
                <a:latin typeface="Arial"/>
                <a:ea typeface="Arial"/>
                <a:cs typeface="Arial"/>
              </a:defRPr>
            </a:lvl7pPr>
            <a:lvl8pPr algn="r">
              <a:defRPr sz="1050" b="1">
                <a:solidFill>
                  <a:srgbClr val="9E1B32"/>
                </a:solidFill>
                <a:latin typeface="Arial"/>
                <a:ea typeface="Arial"/>
                <a:cs typeface="Arial"/>
              </a:defRPr>
            </a:lvl8pPr>
            <a:lvl9pPr algn="r">
              <a:defRPr sz="1050" b="1">
                <a:solidFill>
                  <a:srgbClr val="9E1B32"/>
                </a:solidFill>
                <a:latin typeface="Arial"/>
                <a:ea typeface="Arial"/>
                <a:cs typeface="Arial"/>
              </a:defRPr>
            </a:lvl9pPr>
          </a:lstStyle>
          <a:p>
            <a:pPr algn="r">
              <a:defRPr sz="1050" b="1">
                <a:solidFill>
                  <a:srgbClr val="9E1B32"/>
                </a:solidFill>
                <a:latin typeface="Arial"/>
                <a:ea typeface="Arial"/>
                <a:cs typeface="Arial"/>
              </a:defRPr>
            </a:pPr>
            <a:r>
              <a:rPr sz="1050" b="1">
                <a:solidFill>
                  <a:srgbClr val="9E1B32"/>
                </a:solidFill>
                <a:latin typeface="Arial"/>
                <a:ea typeface="Arial"/>
                <a:cs typeface="Arial"/>
              </a:rPr>
              <a:t>06</a:t>
            </a:r>
          </a:p>
        </p:txBody>
      </p:sp>
    </p:spTree>
    <p:extLst>
      <p:ext uri="{BB962C8B-B14F-4D97-AF65-F5344CB8AC3E}">
        <p14:creationId xmlns:p14="http://schemas.microsoft.com/office/powerpoint/2010/main" val="1978567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lide-7-title">
            <a:extLst>
              <a:ext uri="{FF2B5EF4-FFF2-40B4-BE49-F238E27FC236}">
                <a16:creationId xmlns:a16="http://schemas.microsoft.com/office/drawing/2014/main" id="{1E06AB0B-9319-4B19-8AFC-391D8FAA7378}"/>
              </a:ext>
            </a:extLst>
          </p:cNvPr>
          <p:cNvSpPr>
            <a:spLocks noGrp="1"/>
          </p:cNvSpPr>
          <p:nvPr/>
        </p:nvSpPr>
        <p:spPr>
          <a:xfrm>
            <a:off x="685800" y="409575"/>
            <a:ext cx="10001250" cy="533400"/>
          </a:xfrm>
          <a:prstGeom prst="rect">
            <a:avLst/>
          </a:prstGeom>
          <a:noFill/>
          <a:ln w="0">
            <a:noFill/>
            <a:prstDash val="solid"/>
          </a:ln>
        </p:spPr>
        <p:txBody>
          <a:bodyPr wrap="square" lIns="0" tIns="0" rIns="0" bIns="0">
            <a:noAutofit/>
          </a:bodyPr>
          <a:lstStyle>
            <a:defPPr>
              <a:defRPr sz="3150" b="1">
                <a:solidFill>
                  <a:srgbClr val="20242A"/>
                </a:solidFill>
                <a:latin typeface="Arial"/>
                <a:ea typeface="Arial"/>
                <a:cs typeface="Arial"/>
              </a:defRPr>
            </a:defPPr>
            <a:lvl1pPr>
              <a:defRPr sz="3150" b="1">
                <a:solidFill>
                  <a:srgbClr val="20242A"/>
                </a:solidFill>
                <a:latin typeface="Arial"/>
                <a:ea typeface="Arial"/>
                <a:cs typeface="Arial"/>
              </a:defRPr>
            </a:lvl1pPr>
            <a:lvl2pPr>
              <a:defRPr sz="3150" b="1">
                <a:solidFill>
                  <a:srgbClr val="20242A"/>
                </a:solidFill>
                <a:latin typeface="Arial"/>
                <a:ea typeface="Arial"/>
                <a:cs typeface="Arial"/>
              </a:defRPr>
            </a:lvl2pPr>
            <a:lvl3pPr>
              <a:defRPr sz="3150" b="1">
                <a:solidFill>
                  <a:srgbClr val="20242A"/>
                </a:solidFill>
                <a:latin typeface="Arial"/>
                <a:ea typeface="Arial"/>
                <a:cs typeface="Arial"/>
              </a:defRPr>
            </a:lvl3pPr>
            <a:lvl4pPr>
              <a:defRPr sz="3150" b="1">
                <a:solidFill>
                  <a:srgbClr val="20242A"/>
                </a:solidFill>
                <a:latin typeface="Arial"/>
                <a:ea typeface="Arial"/>
                <a:cs typeface="Arial"/>
              </a:defRPr>
            </a:lvl4pPr>
            <a:lvl5pPr>
              <a:defRPr sz="3150" b="1">
                <a:solidFill>
                  <a:srgbClr val="20242A"/>
                </a:solidFill>
                <a:latin typeface="Arial"/>
                <a:ea typeface="Arial"/>
                <a:cs typeface="Arial"/>
              </a:defRPr>
            </a:lvl5pPr>
            <a:lvl6pPr>
              <a:defRPr sz="3150" b="1">
                <a:solidFill>
                  <a:srgbClr val="20242A"/>
                </a:solidFill>
                <a:latin typeface="Arial"/>
                <a:ea typeface="Arial"/>
                <a:cs typeface="Arial"/>
              </a:defRPr>
            </a:lvl6pPr>
            <a:lvl7pPr>
              <a:defRPr sz="3150" b="1">
                <a:solidFill>
                  <a:srgbClr val="20242A"/>
                </a:solidFill>
                <a:latin typeface="Arial"/>
                <a:ea typeface="Arial"/>
                <a:cs typeface="Arial"/>
              </a:defRPr>
            </a:lvl7pPr>
            <a:lvl8pPr>
              <a:defRPr sz="3150" b="1">
                <a:solidFill>
                  <a:srgbClr val="20242A"/>
                </a:solidFill>
                <a:latin typeface="Arial"/>
                <a:ea typeface="Arial"/>
                <a:cs typeface="Arial"/>
              </a:defRPr>
            </a:lvl8pPr>
            <a:lvl9pPr>
              <a:defRPr sz="3150" b="1">
                <a:solidFill>
                  <a:srgbClr val="20242A"/>
                </a:solidFill>
                <a:latin typeface="Arial"/>
                <a:ea typeface="Arial"/>
                <a:cs typeface="Arial"/>
              </a:defRPr>
            </a:lvl9pPr>
          </a:lstStyle>
          <a:p>
            <a:pPr>
              <a:defRPr sz="3150" b="1">
                <a:solidFill>
                  <a:srgbClr val="20242A"/>
                </a:solidFill>
                <a:latin typeface="Arial"/>
                <a:ea typeface="Arial"/>
                <a:cs typeface="Arial"/>
              </a:defRPr>
            </a:pPr>
            <a:r>
              <a:rPr lang="en-US" sz="3150" b="1">
                <a:solidFill>
                  <a:srgbClr val="20242A"/>
                </a:solidFill>
                <a:latin typeface="Arial"/>
                <a:ea typeface="Arial"/>
                <a:cs typeface="Arial"/>
              </a:rPr>
              <a:t>Future Directions</a:t>
            </a:r>
            <a:endParaRPr sz="3150" b="1" dirty="0">
              <a:solidFill>
                <a:srgbClr val="20242A"/>
              </a:solidFill>
              <a:latin typeface="Arial"/>
              <a:ea typeface="Arial"/>
              <a:cs typeface="Arial"/>
            </a:endParaRPr>
          </a:p>
        </p:txBody>
      </p:sp>
      <p:sp>
        <p:nvSpPr>
          <p:cNvPr id="2" name="slide-7-top-rule">
            <a:extLst>
              <a:ext uri="{FF2B5EF4-FFF2-40B4-BE49-F238E27FC236}">
                <a16:creationId xmlns:a16="http://schemas.microsoft.com/office/drawing/2014/main" id="{FC127CCA-2696-4335-AF8B-270EB47F94CF}"/>
              </a:ext>
            </a:extLst>
          </p:cNvPr>
          <p:cNvSpPr>
            <a:spLocks noGrp="1"/>
          </p:cNvSpPr>
          <p:nvPr/>
        </p:nvSpPr>
        <p:spPr>
          <a:xfrm>
            <a:off x="685800" y="1057275"/>
            <a:ext cx="10820400" cy="19050"/>
          </a:xfrm>
          <a:prstGeom prst="rect">
            <a:avLst/>
          </a:prstGeom>
          <a:solidFill>
            <a:srgbClr val="D9D7D2"/>
          </a:solidFill>
          <a:ln w="0">
            <a:noFill/>
            <a:prstDash val="solid"/>
          </a:ln>
        </p:spPr>
      </p:sp>
      <p:sp>
        <p:nvSpPr>
          <p:cNvPr id="3" name="矩形 2">
            <a:extLst>
              <a:ext uri="{FF2B5EF4-FFF2-40B4-BE49-F238E27FC236}">
                <a16:creationId xmlns:a16="http://schemas.microsoft.com/office/drawing/2014/main" id="{3C0412EA-BE6A-40BF-9EA8-64A9931E03ED}"/>
              </a:ext>
            </a:extLst>
          </p:cNvPr>
          <p:cNvSpPr>
            <a:spLocks noGrp="1"/>
          </p:cNvSpPr>
          <p:nvPr/>
        </p:nvSpPr>
        <p:spPr>
          <a:xfrm>
            <a:off x="685800" y="1495425"/>
            <a:ext cx="4476750" cy="247650"/>
          </a:xfrm>
          <a:prstGeom prst="rect">
            <a:avLst/>
          </a:prstGeom>
          <a:noFill/>
          <a:ln w="0">
            <a:noFill/>
            <a:prstDash val="solid"/>
          </a:ln>
        </p:spPr>
        <p:txBody>
          <a:bodyPr wrap="square" lIns="0" tIns="0" rIns="0" bIns="0">
            <a:noAutofit/>
          </a:bodyPr>
          <a:lstStyle>
            <a:defPPr>
              <a:defRPr sz="1200" b="1">
                <a:solidFill>
                  <a:srgbClr val="C49A2C"/>
                </a:solidFill>
                <a:latin typeface="Arial"/>
                <a:ea typeface="Arial"/>
                <a:cs typeface="Arial"/>
              </a:defRPr>
            </a:defPPr>
            <a:lvl1pPr>
              <a:defRPr sz="1200" b="1">
                <a:solidFill>
                  <a:srgbClr val="C49A2C"/>
                </a:solidFill>
                <a:latin typeface="Arial"/>
                <a:ea typeface="Arial"/>
                <a:cs typeface="Arial"/>
              </a:defRPr>
            </a:lvl1pPr>
            <a:lvl2pPr>
              <a:defRPr sz="1200" b="1">
                <a:solidFill>
                  <a:srgbClr val="C49A2C"/>
                </a:solidFill>
                <a:latin typeface="Arial"/>
                <a:ea typeface="Arial"/>
                <a:cs typeface="Arial"/>
              </a:defRPr>
            </a:lvl2pPr>
            <a:lvl3pPr>
              <a:defRPr sz="1200" b="1">
                <a:solidFill>
                  <a:srgbClr val="C49A2C"/>
                </a:solidFill>
                <a:latin typeface="Arial"/>
                <a:ea typeface="Arial"/>
                <a:cs typeface="Arial"/>
              </a:defRPr>
            </a:lvl3pPr>
            <a:lvl4pPr>
              <a:defRPr sz="1200" b="1">
                <a:solidFill>
                  <a:srgbClr val="C49A2C"/>
                </a:solidFill>
                <a:latin typeface="Arial"/>
                <a:ea typeface="Arial"/>
                <a:cs typeface="Arial"/>
              </a:defRPr>
            </a:lvl4pPr>
            <a:lvl5pPr>
              <a:defRPr sz="1200" b="1">
                <a:solidFill>
                  <a:srgbClr val="C49A2C"/>
                </a:solidFill>
                <a:latin typeface="Arial"/>
                <a:ea typeface="Arial"/>
                <a:cs typeface="Arial"/>
              </a:defRPr>
            </a:lvl5pPr>
            <a:lvl6pPr>
              <a:defRPr sz="1200" b="1">
                <a:solidFill>
                  <a:srgbClr val="C49A2C"/>
                </a:solidFill>
                <a:latin typeface="Arial"/>
                <a:ea typeface="Arial"/>
                <a:cs typeface="Arial"/>
              </a:defRPr>
            </a:lvl6pPr>
            <a:lvl7pPr>
              <a:defRPr sz="1200" b="1">
                <a:solidFill>
                  <a:srgbClr val="C49A2C"/>
                </a:solidFill>
                <a:latin typeface="Arial"/>
                <a:ea typeface="Arial"/>
                <a:cs typeface="Arial"/>
              </a:defRPr>
            </a:lvl7pPr>
            <a:lvl8pPr>
              <a:defRPr sz="1200" b="1">
                <a:solidFill>
                  <a:srgbClr val="C49A2C"/>
                </a:solidFill>
                <a:latin typeface="Arial"/>
                <a:ea typeface="Arial"/>
                <a:cs typeface="Arial"/>
              </a:defRPr>
            </a:lvl8pPr>
            <a:lvl9pPr>
              <a:defRPr sz="1200" b="1">
                <a:solidFill>
                  <a:srgbClr val="C49A2C"/>
                </a:solidFill>
                <a:latin typeface="Arial"/>
                <a:ea typeface="Arial"/>
                <a:cs typeface="Arial"/>
              </a:defRPr>
            </a:lvl9pPr>
          </a:lstStyle>
          <a:p>
            <a:pPr>
              <a:defRPr sz="1200" b="1">
                <a:solidFill>
                  <a:srgbClr val="C49A2C"/>
                </a:solidFill>
                <a:latin typeface="Arial"/>
                <a:ea typeface="Arial"/>
                <a:cs typeface="Arial"/>
              </a:defRPr>
            </a:pPr>
            <a:r>
              <a:rPr sz="1200" b="1">
                <a:solidFill>
                  <a:srgbClr val="C49A2C"/>
                </a:solidFill>
                <a:latin typeface="Arial"/>
                <a:ea typeface="Arial"/>
                <a:cs typeface="Arial"/>
              </a:rPr>
              <a:t>RETAIN AND STRENGTHEN</a:t>
            </a:r>
          </a:p>
        </p:txBody>
      </p:sp>
      <p:sp>
        <p:nvSpPr>
          <p:cNvPr id="4" name="矩形 3">
            <a:extLst>
              <a:ext uri="{FF2B5EF4-FFF2-40B4-BE49-F238E27FC236}">
                <a16:creationId xmlns:a16="http://schemas.microsoft.com/office/drawing/2014/main" id="{3E727F9A-9668-4D17-8372-474FB0C94A1A}"/>
              </a:ext>
            </a:extLst>
          </p:cNvPr>
          <p:cNvSpPr>
            <a:spLocks noGrp="1"/>
          </p:cNvSpPr>
          <p:nvPr/>
        </p:nvSpPr>
        <p:spPr>
          <a:xfrm>
            <a:off x="685800" y="1933575"/>
            <a:ext cx="4476750" cy="342900"/>
          </a:xfrm>
          <a:prstGeom prst="rect">
            <a:avLst/>
          </a:prstGeom>
          <a:noFill/>
          <a:ln w="0">
            <a:noFill/>
            <a:prstDash val="solid"/>
          </a:ln>
        </p:spPr>
        <p:txBody>
          <a:bodyPr wrap="square" lIns="0" tIns="0" rIns="0" bIns="0">
            <a:noAutofit/>
          </a:bodyPr>
          <a:lstStyle>
            <a:defPPr>
              <a:defRPr sz="2175" b="1">
                <a:solidFill>
                  <a:srgbClr val="20242A"/>
                </a:solidFill>
                <a:latin typeface="Arial"/>
                <a:ea typeface="Arial"/>
                <a:cs typeface="Arial"/>
              </a:defRPr>
            </a:defPPr>
            <a:lvl1pPr>
              <a:defRPr sz="2175" b="1">
                <a:solidFill>
                  <a:srgbClr val="20242A"/>
                </a:solidFill>
                <a:latin typeface="Arial"/>
                <a:ea typeface="Arial"/>
                <a:cs typeface="Arial"/>
              </a:defRPr>
            </a:lvl1pPr>
            <a:lvl2pPr>
              <a:defRPr sz="2175" b="1">
                <a:solidFill>
                  <a:srgbClr val="20242A"/>
                </a:solidFill>
                <a:latin typeface="Arial"/>
                <a:ea typeface="Arial"/>
                <a:cs typeface="Arial"/>
              </a:defRPr>
            </a:lvl2pPr>
            <a:lvl3pPr>
              <a:defRPr sz="2175" b="1">
                <a:solidFill>
                  <a:srgbClr val="20242A"/>
                </a:solidFill>
                <a:latin typeface="Arial"/>
                <a:ea typeface="Arial"/>
                <a:cs typeface="Arial"/>
              </a:defRPr>
            </a:lvl3pPr>
            <a:lvl4pPr>
              <a:defRPr sz="2175" b="1">
                <a:solidFill>
                  <a:srgbClr val="20242A"/>
                </a:solidFill>
                <a:latin typeface="Arial"/>
                <a:ea typeface="Arial"/>
                <a:cs typeface="Arial"/>
              </a:defRPr>
            </a:lvl4pPr>
            <a:lvl5pPr>
              <a:defRPr sz="2175" b="1">
                <a:solidFill>
                  <a:srgbClr val="20242A"/>
                </a:solidFill>
                <a:latin typeface="Arial"/>
                <a:ea typeface="Arial"/>
                <a:cs typeface="Arial"/>
              </a:defRPr>
            </a:lvl5pPr>
            <a:lvl6pPr>
              <a:defRPr sz="2175" b="1">
                <a:solidFill>
                  <a:srgbClr val="20242A"/>
                </a:solidFill>
                <a:latin typeface="Arial"/>
                <a:ea typeface="Arial"/>
                <a:cs typeface="Arial"/>
              </a:defRPr>
            </a:lvl6pPr>
            <a:lvl7pPr>
              <a:defRPr sz="2175" b="1">
                <a:solidFill>
                  <a:srgbClr val="20242A"/>
                </a:solidFill>
                <a:latin typeface="Arial"/>
                <a:ea typeface="Arial"/>
                <a:cs typeface="Arial"/>
              </a:defRPr>
            </a:lvl7pPr>
            <a:lvl8pPr>
              <a:defRPr sz="2175" b="1">
                <a:solidFill>
                  <a:srgbClr val="20242A"/>
                </a:solidFill>
                <a:latin typeface="Arial"/>
                <a:ea typeface="Arial"/>
                <a:cs typeface="Arial"/>
              </a:defRPr>
            </a:lvl8pPr>
            <a:lvl9pPr>
              <a:defRPr sz="2175" b="1">
                <a:solidFill>
                  <a:srgbClr val="20242A"/>
                </a:solidFill>
                <a:latin typeface="Arial"/>
                <a:ea typeface="Arial"/>
                <a:cs typeface="Arial"/>
              </a:defRPr>
            </a:lvl9pPr>
          </a:lstStyle>
          <a:p>
            <a:pPr>
              <a:defRPr sz="2175" b="1">
                <a:solidFill>
                  <a:srgbClr val="20242A"/>
                </a:solidFill>
                <a:latin typeface="Arial"/>
                <a:ea typeface="Arial"/>
                <a:cs typeface="Arial"/>
              </a:defRPr>
            </a:pPr>
            <a:r>
              <a:rPr sz="2175" b="1">
                <a:solidFill>
                  <a:srgbClr val="20242A"/>
                </a:solidFill>
                <a:latin typeface="Arial"/>
                <a:ea typeface="Arial"/>
                <a:cs typeface="Arial"/>
              </a:rPr>
              <a:t>High-discrimination tasks</a:t>
            </a:r>
          </a:p>
        </p:txBody>
      </p:sp>
      <p:sp>
        <p:nvSpPr>
          <p:cNvPr id="5" name="矩形 4">
            <a:extLst>
              <a:ext uri="{FF2B5EF4-FFF2-40B4-BE49-F238E27FC236}">
                <a16:creationId xmlns:a16="http://schemas.microsoft.com/office/drawing/2014/main" id="{35860B12-A9F1-49A5-8A63-2A5976E24345}"/>
              </a:ext>
            </a:extLst>
          </p:cNvPr>
          <p:cNvSpPr>
            <a:spLocks noGrp="1"/>
          </p:cNvSpPr>
          <p:nvPr/>
        </p:nvSpPr>
        <p:spPr>
          <a:xfrm>
            <a:off x="685800" y="2524125"/>
            <a:ext cx="4476750" cy="1428750"/>
          </a:xfrm>
          <a:prstGeom prst="rect">
            <a:avLst/>
          </a:prstGeom>
          <a:noFill/>
          <a:ln w="0">
            <a:noFill/>
            <a:prstDash val="solid"/>
          </a:ln>
        </p:spPr>
        <p:txBody>
          <a:bodyPr wrap="square" lIns="0" tIns="0" rIns="0" bIns="0">
            <a:noAutofit/>
          </a:bodyPr>
          <a:lstStyle>
            <a:defPPr>
              <a:defRPr sz="1725">
                <a:solidFill>
                  <a:srgbClr val="686E75"/>
                </a:solidFill>
                <a:latin typeface="Arial"/>
                <a:ea typeface="Arial"/>
                <a:cs typeface="Arial"/>
              </a:defRPr>
            </a:defPPr>
            <a:lvl1pPr>
              <a:defRPr sz="1725">
                <a:solidFill>
                  <a:srgbClr val="686E75"/>
                </a:solidFill>
                <a:latin typeface="Arial"/>
                <a:ea typeface="Arial"/>
                <a:cs typeface="Arial"/>
              </a:defRPr>
            </a:lvl1pPr>
            <a:lvl2pPr>
              <a:defRPr sz="1725">
                <a:solidFill>
                  <a:srgbClr val="686E75"/>
                </a:solidFill>
                <a:latin typeface="Arial"/>
                <a:ea typeface="Arial"/>
                <a:cs typeface="Arial"/>
              </a:defRPr>
            </a:lvl2pPr>
            <a:lvl3pPr>
              <a:defRPr sz="1725">
                <a:solidFill>
                  <a:srgbClr val="686E75"/>
                </a:solidFill>
                <a:latin typeface="Arial"/>
                <a:ea typeface="Arial"/>
                <a:cs typeface="Arial"/>
              </a:defRPr>
            </a:lvl3pPr>
            <a:lvl4pPr>
              <a:defRPr sz="1725">
                <a:solidFill>
                  <a:srgbClr val="686E75"/>
                </a:solidFill>
                <a:latin typeface="Arial"/>
                <a:ea typeface="Arial"/>
                <a:cs typeface="Arial"/>
              </a:defRPr>
            </a:lvl4pPr>
            <a:lvl5pPr>
              <a:defRPr sz="1725">
                <a:solidFill>
                  <a:srgbClr val="686E75"/>
                </a:solidFill>
                <a:latin typeface="Arial"/>
                <a:ea typeface="Arial"/>
                <a:cs typeface="Arial"/>
              </a:defRPr>
            </a:lvl5pPr>
            <a:lvl6pPr>
              <a:defRPr sz="1725">
                <a:solidFill>
                  <a:srgbClr val="686E75"/>
                </a:solidFill>
                <a:latin typeface="Arial"/>
                <a:ea typeface="Arial"/>
                <a:cs typeface="Arial"/>
              </a:defRPr>
            </a:lvl6pPr>
            <a:lvl7pPr>
              <a:defRPr sz="1725">
                <a:solidFill>
                  <a:srgbClr val="686E75"/>
                </a:solidFill>
                <a:latin typeface="Arial"/>
                <a:ea typeface="Arial"/>
                <a:cs typeface="Arial"/>
              </a:defRPr>
            </a:lvl7pPr>
            <a:lvl8pPr>
              <a:defRPr sz="1725">
                <a:solidFill>
                  <a:srgbClr val="686E75"/>
                </a:solidFill>
                <a:latin typeface="Arial"/>
                <a:ea typeface="Arial"/>
                <a:cs typeface="Arial"/>
              </a:defRPr>
            </a:lvl8pPr>
            <a:lvl9pPr>
              <a:defRPr sz="1725">
                <a:solidFill>
                  <a:srgbClr val="686E75"/>
                </a:solidFill>
                <a:latin typeface="Arial"/>
                <a:ea typeface="Arial"/>
                <a:cs typeface="Arial"/>
              </a:defRPr>
            </a:lvl9pPr>
          </a:lstStyle>
          <a:p>
            <a:pPr marL="254000" indent="-127000">
              <a:spcAft>
                <a:spcPts val="1300"/>
              </a:spcAft>
              <a:buChar char="•"/>
              <a:defRPr sz="1725">
                <a:solidFill>
                  <a:srgbClr val="686E75"/>
                </a:solidFill>
                <a:latin typeface="Arial"/>
                <a:ea typeface="Arial"/>
                <a:cs typeface="Arial"/>
              </a:defRPr>
            </a:pPr>
            <a:r>
              <a:rPr sz="1725">
                <a:solidFill>
                  <a:srgbClr val="686E75"/>
                </a:solidFill>
                <a:latin typeface="Arial"/>
                <a:ea typeface="Arial"/>
                <a:cs typeface="Arial"/>
              </a:rPr>
              <a:t>Keep ZhoBLiMP, NLI, and Hanzi evaluations</a:t>
            </a:r>
          </a:p>
          <a:p>
            <a:pPr marL="254000" indent="-127000">
              <a:spcAft>
                <a:spcPts val="1300"/>
              </a:spcAft>
              <a:buChar char="•"/>
              <a:defRPr sz="1725">
                <a:solidFill>
                  <a:srgbClr val="686E75"/>
                </a:solidFill>
                <a:latin typeface="Arial"/>
                <a:ea typeface="Arial"/>
                <a:cs typeface="Arial"/>
              </a:defRPr>
            </a:pPr>
            <a:r>
              <a:rPr sz="1725">
                <a:solidFill>
                  <a:srgbClr val="686E75"/>
                </a:solidFill>
                <a:latin typeface="Arial"/>
                <a:ea typeface="Arial"/>
                <a:cs typeface="Arial"/>
              </a:rPr>
              <a:t>Make saturated pinyin items more difficult</a:t>
            </a:r>
          </a:p>
        </p:txBody>
      </p:sp>
      <p:sp>
        <p:nvSpPr>
          <p:cNvPr id="6" name="矩形 5">
            <a:extLst>
              <a:ext uri="{FF2B5EF4-FFF2-40B4-BE49-F238E27FC236}">
                <a16:creationId xmlns:a16="http://schemas.microsoft.com/office/drawing/2014/main" id="{17F5AD70-6EF5-4143-B779-4DDFC003B470}"/>
              </a:ext>
            </a:extLst>
          </p:cNvPr>
          <p:cNvSpPr>
            <a:spLocks noGrp="1"/>
          </p:cNvSpPr>
          <p:nvPr/>
        </p:nvSpPr>
        <p:spPr>
          <a:xfrm>
            <a:off x="6048375" y="1495425"/>
            <a:ext cx="19050" cy="2762250"/>
          </a:xfrm>
          <a:prstGeom prst="rect">
            <a:avLst/>
          </a:prstGeom>
          <a:solidFill>
            <a:srgbClr val="D9D7D2"/>
          </a:solidFill>
          <a:ln w="0">
            <a:noFill/>
            <a:prstDash val="solid"/>
          </a:ln>
        </p:spPr>
      </p:sp>
      <p:sp>
        <p:nvSpPr>
          <p:cNvPr id="7" name="矩形 6">
            <a:extLst>
              <a:ext uri="{FF2B5EF4-FFF2-40B4-BE49-F238E27FC236}">
                <a16:creationId xmlns:a16="http://schemas.microsoft.com/office/drawing/2014/main" id="{D115CB29-6380-4E27-AFBA-3CD573BACAFB}"/>
              </a:ext>
            </a:extLst>
          </p:cNvPr>
          <p:cNvSpPr>
            <a:spLocks noGrp="1"/>
          </p:cNvSpPr>
          <p:nvPr/>
        </p:nvSpPr>
        <p:spPr>
          <a:xfrm>
            <a:off x="6477000" y="1495425"/>
            <a:ext cx="4762500" cy="247650"/>
          </a:xfrm>
          <a:prstGeom prst="rect">
            <a:avLst/>
          </a:prstGeom>
          <a:noFill/>
          <a:ln w="0">
            <a:noFill/>
            <a:prstDash val="solid"/>
          </a:ln>
        </p:spPr>
        <p:txBody>
          <a:bodyPr wrap="square" lIns="0" tIns="0" rIns="0" bIns="0">
            <a:noAutofit/>
          </a:bodyPr>
          <a:lstStyle>
            <a:defPPr>
              <a:defRPr sz="1200" b="1">
                <a:solidFill>
                  <a:srgbClr val="C49A2C"/>
                </a:solidFill>
                <a:latin typeface="Arial"/>
                <a:ea typeface="Arial"/>
                <a:cs typeface="Arial"/>
              </a:defRPr>
            </a:defPPr>
            <a:lvl1pPr>
              <a:defRPr sz="1200" b="1">
                <a:solidFill>
                  <a:srgbClr val="C49A2C"/>
                </a:solidFill>
                <a:latin typeface="Arial"/>
                <a:ea typeface="Arial"/>
                <a:cs typeface="Arial"/>
              </a:defRPr>
            </a:lvl1pPr>
            <a:lvl2pPr>
              <a:defRPr sz="1200" b="1">
                <a:solidFill>
                  <a:srgbClr val="C49A2C"/>
                </a:solidFill>
                <a:latin typeface="Arial"/>
                <a:ea typeface="Arial"/>
                <a:cs typeface="Arial"/>
              </a:defRPr>
            </a:lvl2pPr>
            <a:lvl3pPr>
              <a:defRPr sz="1200" b="1">
                <a:solidFill>
                  <a:srgbClr val="C49A2C"/>
                </a:solidFill>
                <a:latin typeface="Arial"/>
                <a:ea typeface="Arial"/>
                <a:cs typeface="Arial"/>
              </a:defRPr>
            </a:lvl3pPr>
            <a:lvl4pPr>
              <a:defRPr sz="1200" b="1">
                <a:solidFill>
                  <a:srgbClr val="C49A2C"/>
                </a:solidFill>
                <a:latin typeface="Arial"/>
                <a:ea typeface="Arial"/>
                <a:cs typeface="Arial"/>
              </a:defRPr>
            </a:lvl4pPr>
            <a:lvl5pPr>
              <a:defRPr sz="1200" b="1">
                <a:solidFill>
                  <a:srgbClr val="C49A2C"/>
                </a:solidFill>
                <a:latin typeface="Arial"/>
                <a:ea typeface="Arial"/>
                <a:cs typeface="Arial"/>
              </a:defRPr>
            </a:lvl5pPr>
            <a:lvl6pPr>
              <a:defRPr sz="1200" b="1">
                <a:solidFill>
                  <a:srgbClr val="C49A2C"/>
                </a:solidFill>
                <a:latin typeface="Arial"/>
                <a:ea typeface="Arial"/>
                <a:cs typeface="Arial"/>
              </a:defRPr>
            </a:lvl6pPr>
            <a:lvl7pPr>
              <a:defRPr sz="1200" b="1">
                <a:solidFill>
                  <a:srgbClr val="C49A2C"/>
                </a:solidFill>
                <a:latin typeface="Arial"/>
                <a:ea typeface="Arial"/>
                <a:cs typeface="Arial"/>
              </a:defRPr>
            </a:lvl7pPr>
            <a:lvl8pPr>
              <a:defRPr sz="1200" b="1">
                <a:solidFill>
                  <a:srgbClr val="C49A2C"/>
                </a:solidFill>
                <a:latin typeface="Arial"/>
                <a:ea typeface="Arial"/>
                <a:cs typeface="Arial"/>
              </a:defRPr>
            </a:lvl8pPr>
            <a:lvl9pPr>
              <a:defRPr sz="1200" b="1">
                <a:solidFill>
                  <a:srgbClr val="C49A2C"/>
                </a:solidFill>
                <a:latin typeface="Arial"/>
                <a:ea typeface="Arial"/>
                <a:cs typeface="Arial"/>
              </a:defRPr>
            </a:lvl9pPr>
          </a:lstStyle>
          <a:p>
            <a:pPr>
              <a:defRPr sz="1200" b="1">
                <a:solidFill>
                  <a:srgbClr val="C49A2C"/>
                </a:solidFill>
                <a:latin typeface="Arial"/>
                <a:ea typeface="Arial"/>
                <a:cs typeface="Arial"/>
              </a:defRPr>
            </a:pPr>
            <a:r>
              <a:rPr sz="1200" b="1">
                <a:solidFill>
                  <a:srgbClr val="C49A2C"/>
                </a:solidFill>
                <a:latin typeface="Arial"/>
                <a:ea typeface="Arial"/>
                <a:cs typeface="Arial"/>
              </a:rPr>
              <a:t>REVISE AND EXTEND</a:t>
            </a:r>
          </a:p>
        </p:txBody>
      </p:sp>
      <p:sp>
        <p:nvSpPr>
          <p:cNvPr id="8" name="矩形 7">
            <a:extLst>
              <a:ext uri="{FF2B5EF4-FFF2-40B4-BE49-F238E27FC236}">
                <a16:creationId xmlns:a16="http://schemas.microsoft.com/office/drawing/2014/main" id="{28434339-5B76-4DF8-ABD7-CEADA35A1795}"/>
              </a:ext>
            </a:extLst>
          </p:cNvPr>
          <p:cNvSpPr>
            <a:spLocks noGrp="1"/>
          </p:cNvSpPr>
          <p:nvPr/>
        </p:nvSpPr>
        <p:spPr>
          <a:xfrm>
            <a:off x="6477000" y="1933575"/>
            <a:ext cx="4762500" cy="342900"/>
          </a:xfrm>
          <a:prstGeom prst="rect">
            <a:avLst/>
          </a:prstGeom>
          <a:noFill/>
          <a:ln w="0">
            <a:noFill/>
            <a:prstDash val="solid"/>
          </a:ln>
        </p:spPr>
        <p:txBody>
          <a:bodyPr wrap="square" lIns="0" tIns="0" rIns="0" bIns="0">
            <a:noAutofit/>
          </a:bodyPr>
          <a:lstStyle>
            <a:defPPr>
              <a:defRPr sz="2175" b="1">
                <a:solidFill>
                  <a:srgbClr val="20242A"/>
                </a:solidFill>
                <a:latin typeface="Arial"/>
                <a:ea typeface="Arial"/>
                <a:cs typeface="Arial"/>
              </a:defRPr>
            </a:defPPr>
            <a:lvl1pPr>
              <a:defRPr sz="2175" b="1">
                <a:solidFill>
                  <a:srgbClr val="20242A"/>
                </a:solidFill>
                <a:latin typeface="Arial"/>
                <a:ea typeface="Arial"/>
                <a:cs typeface="Arial"/>
              </a:defRPr>
            </a:lvl1pPr>
            <a:lvl2pPr>
              <a:defRPr sz="2175" b="1">
                <a:solidFill>
                  <a:srgbClr val="20242A"/>
                </a:solidFill>
                <a:latin typeface="Arial"/>
                <a:ea typeface="Arial"/>
                <a:cs typeface="Arial"/>
              </a:defRPr>
            </a:lvl2pPr>
            <a:lvl3pPr>
              <a:defRPr sz="2175" b="1">
                <a:solidFill>
                  <a:srgbClr val="20242A"/>
                </a:solidFill>
                <a:latin typeface="Arial"/>
                <a:ea typeface="Arial"/>
                <a:cs typeface="Arial"/>
              </a:defRPr>
            </a:lvl3pPr>
            <a:lvl4pPr>
              <a:defRPr sz="2175" b="1">
                <a:solidFill>
                  <a:srgbClr val="20242A"/>
                </a:solidFill>
                <a:latin typeface="Arial"/>
                <a:ea typeface="Arial"/>
                <a:cs typeface="Arial"/>
              </a:defRPr>
            </a:lvl4pPr>
            <a:lvl5pPr>
              <a:defRPr sz="2175" b="1">
                <a:solidFill>
                  <a:srgbClr val="20242A"/>
                </a:solidFill>
                <a:latin typeface="Arial"/>
                <a:ea typeface="Arial"/>
                <a:cs typeface="Arial"/>
              </a:defRPr>
            </a:lvl5pPr>
            <a:lvl6pPr>
              <a:defRPr sz="2175" b="1">
                <a:solidFill>
                  <a:srgbClr val="20242A"/>
                </a:solidFill>
                <a:latin typeface="Arial"/>
                <a:ea typeface="Arial"/>
                <a:cs typeface="Arial"/>
              </a:defRPr>
            </a:lvl6pPr>
            <a:lvl7pPr>
              <a:defRPr sz="2175" b="1">
                <a:solidFill>
                  <a:srgbClr val="20242A"/>
                </a:solidFill>
                <a:latin typeface="Arial"/>
                <a:ea typeface="Arial"/>
                <a:cs typeface="Arial"/>
              </a:defRPr>
            </a:lvl7pPr>
            <a:lvl8pPr>
              <a:defRPr sz="2175" b="1">
                <a:solidFill>
                  <a:srgbClr val="20242A"/>
                </a:solidFill>
                <a:latin typeface="Arial"/>
                <a:ea typeface="Arial"/>
                <a:cs typeface="Arial"/>
              </a:defRPr>
            </a:lvl8pPr>
            <a:lvl9pPr>
              <a:defRPr sz="2175" b="1">
                <a:solidFill>
                  <a:srgbClr val="20242A"/>
                </a:solidFill>
                <a:latin typeface="Arial"/>
                <a:ea typeface="Arial"/>
                <a:cs typeface="Arial"/>
              </a:defRPr>
            </a:lvl9pPr>
          </a:lstStyle>
          <a:p>
            <a:pPr>
              <a:defRPr sz="2175" b="1">
                <a:solidFill>
                  <a:srgbClr val="20242A"/>
                </a:solidFill>
                <a:latin typeface="Arial"/>
                <a:ea typeface="Arial"/>
                <a:cs typeface="Arial"/>
              </a:defRPr>
            </a:pPr>
            <a:r>
              <a:rPr sz="2175" b="1">
                <a:solidFill>
                  <a:srgbClr val="20242A"/>
                </a:solidFill>
                <a:latin typeface="Arial"/>
                <a:ea typeface="Arial"/>
                <a:cs typeface="Arial"/>
              </a:rPr>
              <a:t>Compressed or missing signals</a:t>
            </a:r>
          </a:p>
        </p:txBody>
      </p:sp>
      <p:sp>
        <p:nvSpPr>
          <p:cNvPr id="9" name="矩形 8">
            <a:extLst>
              <a:ext uri="{FF2B5EF4-FFF2-40B4-BE49-F238E27FC236}">
                <a16:creationId xmlns:a16="http://schemas.microsoft.com/office/drawing/2014/main" id="{EB0721AE-1EAB-4626-AA0D-CA6D38D1EAB5}"/>
              </a:ext>
            </a:extLst>
          </p:cNvPr>
          <p:cNvSpPr>
            <a:spLocks noGrp="1"/>
          </p:cNvSpPr>
          <p:nvPr/>
        </p:nvSpPr>
        <p:spPr>
          <a:xfrm>
            <a:off x="6477000" y="2524125"/>
            <a:ext cx="4762500" cy="1619250"/>
          </a:xfrm>
          <a:prstGeom prst="rect">
            <a:avLst/>
          </a:prstGeom>
          <a:noFill/>
          <a:ln w="0">
            <a:noFill/>
            <a:prstDash val="solid"/>
          </a:ln>
        </p:spPr>
        <p:txBody>
          <a:bodyPr wrap="square" lIns="0" tIns="0" rIns="0" bIns="0">
            <a:noAutofit/>
          </a:bodyPr>
          <a:lstStyle>
            <a:defPPr>
              <a:defRPr sz="1725">
                <a:solidFill>
                  <a:srgbClr val="686E75"/>
                </a:solidFill>
                <a:latin typeface="Arial"/>
                <a:ea typeface="Arial"/>
                <a:cs typeface="Arial"/>
              </a:defRPr>
            </a:defPPr>
            <a:lvl1pPr>
              <a:defRPr sz="1725">
                <a:solidFill>
                  <a:srgbClr val="686E75"/>
                </a:solidFill>
                <a:latin typeface="Arial"/>
                <a:ea typeface="Arial"/>
                <a:cs typeface="Arial"/>
              </a:defRPr>
            </a:lvl1pPr>
            <a:lvl2pPr>
              <a:defRPr sz="1725">
                <a:solidFill>
                  <a:srgbClr val="686E75"/>
                </a:solidFill>
                <a:latin typeface="Arial"/>
                <a:ea typeface="Arial"/>
                <a:cs typeface="Arial"/>
              </a:defRPr>
            </a:lvl2pPr>
            <a:lvl3pPr>
              <a:defRPr sz="1725">
                <a:solidFill>
                  <a:srgbClr val="686E75"/>
                </a:solidFill>
                <a:latin typeface="Arial"/>
                <a:ea typeface="Arial"/>
                <a:cs typeface="Arial"/>
              </a:defRPr>
            </a:lvl3pPr>
            <a:lvl4pPr>
              <a:defRPr sz="1725">
                <a:solidFill>
                  <a:srgbClr val="686E75"/>
                </a:solidFill>
                <a:latin typeface="Arial"/>
                <a:ea typeface="Arial"/>
                <a:cs typeface="Arial"/>
              </a:defRPr>
            </a:lvl4pPr>
            <a:lvl5pPr>
              <a:defRPr sz="1725">
                <a:solidFill>
                  <a:srgbClr val="686E75"/>
                </a:solidFill>
                <a:latin typeface="Arial"/>
                <a:ea typeface="Arial"/>
                <a:cs typeface="Arial"/>
              </a:defRPr>
            </a:lvl5pPr>
            <a:lvl6pPr>
              <a:defRPr sz="1725">
                <a:solidFill>
                  <a:srgbClr val="686E75"/>
                </a:solidFill>
                <a:latin typeface="Arial"/>
                <a:ea typeface="Arial"/>
                <a:cs typeface="Arial"/>
              </a:defRPr>
            </a:lvl6pPr>
            <a:lvl7pPr>
              <a:defRPr sz="1725">
                <a:solidFill>
                  <a:srgbClr val="686E75"/>
                </a:solidFill>
                <a:latin typeface="Arial"/>
                <a:ea typeface="Arial"/>
                <a:cs typeface="Arial"/>
              </a:defRPr>
            </a:lvl7pPr>
            <a:lvl8pPr>
              <a:defRPr sz="1725">
                <a:solidFill>
                  <a:srgbClr val="686E75"/>
                </a:solidFill>
                <a:latin typeface="Arial"/>
                <a:ea typeface="Arial"/>
                <a:cs typeface="Arial"/>
              </a:defRPr>
            </a:lvl8pPr>
            <a:lvl9pPr>
              <a:defRPr sz="1725">
                <a:solidFill>
                  <a:srgbClr val="686E75"/>
                </a:solidFill>
                <a:latin typeface="Arial"/>
                <a:ea typeface="Arial"/>
                <a:cs typeface="Arial"/>
              </a:defRPr>
            </a:lvl9pPr>
          </a:lstStyle>
          <a:p>
            <a:pPr marL="254000" indent="-127000">
              <a:spcAft>
                <a:spcPts val="1300"/>
              </a:spcAft>
              <a:buChar char="•"/>
              <a:defRPr sz="1725">
                <a:solidFill>
                  <a:srgbClr val="686E75"/>
                </a:solidFill>
                <a:latin typeface="Arial"/>
                <a:ea typeface="Arial"/>
                <a:cs typeface="Arial"/>
              </a:defRPr>
            </a:pPr>
            <a:r>
              <a:rPr sz="1725">
                <a:solidFill>
                  <a:srgbClr val="686E75"/>
                </a:solidFill>
                <a:latin typeface="Arial"/>
                <a:ea typeface="Arial"/>
                <a:cs typeface="Arial"/>
              </a:rPr>
              <a:t>Revisit word fMRI, AFQMC, and CLUEWSC</a:t>
            </a:r>
          </a:p>
          <a:p>
            <a:pPr marL="254000" indent="-127000">
              <a:spcAft>
                <a:spcPts val="1300"/>
              </a:spcAft>
              <a:buChar char="•"/>
              <a:defRPr sz="1725">
                <a:solidFill>
                  <a:srgbClr val="686E75"/>
                </a:solidFill>
                <a:latin typeface="Arial"/>
                <a:ea typeface="Arial"/>
                <a:cs typeface="Arial"/>
              </a:defRPr>
            </a:pPr>
            <a:r>
              <a:rPr sz="1725">
                <a:solidFill>
                  <a:srgbClr val="686E75"/>
                </a:solidFill>
                <a:latin typeface="Arial"/>
                <a:ea typeface="Arial"/>
                <a:cs typeface="Arial"/>
              </a:rPr>
              <a:t>Add segmentation, morphology, discourse, and developmental measures</a:t>
            </a:r>
          </a:p>
        </p:txBody>
      </p:sp>
      <p:sp>
        <p:nvSpPr>
          <p:cNvPr id="10" name="closing-research-target">
            <a:extLst>
              <a:ext uri="{FF2B5EF4-FFF2-40B4-BE49-F238E27FC236}">
                <a16:creationId xmlns:a16="http://schemas.microsoft.com/office/drawing/2014/main" id="{EC400A32-6140-4E14-8102-9D69437A5C01}"/>
              </a:ext>
            </a:extLst>
          </p:cNvPr>
          <p:cNvSpPr>
            <a:spLocks noGrp="1"/>
          </p:cNvSpPr>
          <p:nvPr/>
        </p:nvSpPr>
        <p:spPr>
          <a:xfrm>
            <a:off x="685800" y="4638675"/>
            <a:ext cx="10820400" cy="1371600"/>
          </a:xfrm>
          <a:prstGeom prst="rect">
            <a:avLst/>
          </a:prstGeom>
          <a:solidFill>
            <a:srgbClr val="F7ECEF"/>
          </a:solidFill>
          <a:ln w="0">
            <a:noFill/>
            <a:prstDash val="solid"/>
          </a:ln>
        </p:spPr>
      </p:sp>
      <p:sp>
        <p:nvSpPr>
          <p:cNvPr id="11" name="矩形 10">
            <a:extLst>
              <a:ext uri="{FF2B5EF4-FFF2-40B4-BE49-F238E27FC236}">
                <a16:creationId xmlns:a16="http://schemas.microsoft.com/office/drawing/2014/main" id="{82CE2D44-981B-4BC0-9858-BA6E67927CB5}"/>
              </a:ext>
            </a:extLst>
          </p:cNvPr>
          <p:cNvSpPr>
            <a:spLocks noGrp="1"/>
          </p:cNvSpPr>
          <p:nvPr/>
        </p:nvSpPr>
        <p:spPr>
          <a:xfrm>
            <a:off x="962025" y="4838700"/>
            <a:ext cx="2190750" cy="228600"/>
          </a:xfrm>
          <a:prstGeom prst="rect">
            <a:avLst/>
          </a:prstGeom>
          <a:noFill/>
          <a:ln w="0">
            <a:noFill/>
            <a:prstDash val="solid"/>
          </a:ln>
        </p:spPr>
        <p:txBody>
          <a:bodyPr wrap="square" lIns="0" tIns="0" rIns="0" bIns="0">
            <a:noAutofit/>
          </a:bodyPr>
          <a:lstStyle>
            <a:defPPr>
              <a:defRPr sz="1125" b="1">
                <a:solidFill>
                  <a:srgbClr val="C49A2C"/>
                </a:solidFill>
                <a:latin typeface="Arial"/>
                <a:ea typeface="Arial"/>
                <a:cs typeface="Arial"/>
              </a:defRPr>
            </a:defPPr>
            <a:lvl1pPr>
              <a:defRPr sz="1125" b="1">
                <a:solidFill>
                  <a:srgbClr val="C49A2C"/>
                </a:solidFill>
                <a:latin typeface="Arial"/>
                <a:ea typeface="Arial"/>
                <a:cs typeface="Arial"/>
              </a:defRPr>
            </a:lvl1pPr>
            <a:lvl2pPr>
              <a:defRPr sz="1125" b="1">
                <a:solidFill>
                  <a:srgbClr val="C49A2C"/>
                </a:solidFill>
                <a:latin typeface="Arial"/>
                <a:ea typeface="Arial"/>
                <a:cs typeface="Arial"/>
              </a:defRPr>
            </a:lvl2pPr>
            <a:lvl3pPr>
              <a:defRPr sz="1125" b="1">
                <a:solidFill>
                  <a:srgbClr val="C49A2C"/>
                </a:solidFill>
                <a:latin typeface="Arial"/>
                <a:ea typeface="Arial"/>
                <a:cs typeface="Arial"/>
              </a:defRPr>
            </a:lvl3pPr>
            <a:lvl4pPr>
              <a:defRPr sz="1125" b="1">
                <a:solidFill>
                  <a:srgbClr val="C49A2C"/>
                </a:solidFill>
                <a:latin typeface="Arial"/>
                <a:ea typeface="Arial"/>
                <a:cs typeface="Arial"/>
              </a:defRPr>
            </a:lvl4pPr>
            <a:lvl5pPr>
              <a:defRPr sz="1125" b="1">
                <a:solidFill>
                  <a:srgbClr val="C49A2C"/>
                </a:solidFill>
                <a:latin typeface="Arial"/>
                <a:ea typeface="Arial"/>
                <a:cs typeface="Arial"/>
              </a:defRPr>
            </a:lvl5pPr>
            <a:lvl6pPr>
              <a:defRPr sz="1125" b="1">
                <a:solidFill>
                  <a:srgbClr val="C49A2C"/>
                </a:solidFill>
                <a:latin typeface="Arial"/>
                <a:ea typeface="Arial"/>
                <a:cs typeface="Arial"/>
              </a:defRPr>
            </a:lvl6pPr>
            <a:lvl7pPr>
              <a:defRPr sz="1125" b="1">
                <a:solidFill>
                  <a:srgbClr val="C49A2C"/>
                </a:solidFill>
                <a:latin typeface="Arial"/>
                <a:ea typeface="Arial"/>
                <a:cs typeface="Arial"/>
              </a:defRPr>
            </a:lvl7pPr>
            <a:lvl8pPr>
              <a:defRPr sz="1125" b="1">
                <a:solidFill>
                  <a:srgbClr val="C49A2C"/>
                </a:solidFill>
                <a:latin typeface="Arial"/>
                <a:ea typeface="Arial"/>
                <a:cs typeface="Arial"/>
              </a:defRPr>
            </a:lvl8pPr>
            <a:lvl9pPr>
              <a:defRPr sz="1125" b="1">
                <a:solidFill>
                  <a:srgbClr val="C49A2C"/>
                </a:solidFill>
                <a:latin typeface="Arial"/>
                <a:ea typeface="Arial"/>
                <a:cs typeface="Arial"/>
              </a:defRPr>
            </a:lvl9pPr>
          </a:lstStyle>
          <a:p>
            <a:pPr>
              <a:defRPr sz="1125" b="1">
                <a:solidFill>
                  <a:srgbClr val="C49A2C"/>
                </a:solidFill>
                <a:latin typeface="Arial"/>
                <a:ea typeface="Arial"/>
                <a:cs typeface="Arial"/>
              </a:defRPr>
            </a:pPr>
            <a:r>
              <a:rPr sz="1125" b="1">
                <a:solidFill>
                  <a:srgbClr val="C49A2C"/>
                </a:solidFill>
                <a:latin typeface="Arial"/>
                <a:ea typeface="Arial"/>
                <a:cs typeface="Arial"/>
              </a:rPr>
              <a:t>RESEARCH TARGET</a:t>
            </a:r>
          </a:p>
        </p:txBody>
      </p:sp>
      <p:sp>
        <p:nvSpPr>
          <p:cNvPr id="12" name="矩形 11">
            <a:extLst>
              <a:ext uri="{FF2B5EF4-FFF2-40B4-BE49-F238E27FC236}">
                <a16:creationId xmlns:a16="http://schemas.microsoft.com/office/drawing/2014/main" id="{88C33783-4030-4671-82EC-500347ADE3B4}"/>
              </a:ext>
            </a:extLst>
          </p:cNvPr>
          <p:cNvSpPr>
            <a:spLocks noGrp="1"/>
          </p:cNvSpPr>
          <p:nvPr/>
        </p:nvSpPr>
        <p:spPr>
          <a:xfrm>
            <a:off x="962025" y="5172075"/>
            <a:ext cx="9906000" cy="685800"/>
          </a:xfrm>
          <a:prstGeom prst="rect">
            <a:avLst/>
          </a:prstGeom>
          <a:noFill/>
          <a:ln w="0">
            <a:noFill/>
            <a:prstDash val="solid"/>
          </a:ln>
        </p:spPr>
        <p:txBody>
          <a:bodyPr wrap="square" lIns="0" tIns="0" rIns="0" bIns="0">
            <a:normAutofit fontScale="91912"/>
          </a:bodyPr>
          <a:lstStyle>
            <a:defPPr>
              <a:defRPr sz="2400" b="1">
                <a:solidFill>
                  <a:srgbClr val="9E1B32"/>
                </a:solidFill>
                <a:latin typeface="Arial"/>
                <a:ea typeface="Arial"/>
                <a:cs typeface="Arial"/>
              </a:defRPr>
            </a:defPPr>
            <a:lvl1pPr>
              <a:defRPr sz="2400" b="1">
                <a:solidFill>
                  <a:srgbClr val="9E1B32"/>
                </a:solidFill>
                <a:latin typeface="Arial"/>
                <a:ea typeface="Arial"/>
                <a:cs typeface="Arial"/>
              </a:defRPr>
            </a:lvl1pPr>
            <a:lvl2pPr>
              <a:defRPr sz="2400" b="1">
                <a:solidFill>
                  <a:srgbClr val="9E1B32"/>
                </a:solidFill>
                <a:latin typeface="Arial"/>
                <a:ea typeface="Arial"/>
                <a:cs typeface="Arial"/>
              </a:defRPr>
            </a:lvl2pPr>
            <a:lvl3pPr>
              <a:defRPr sz="2400" b="1">
                <a:solidFill>
                  <a:srgbClr val="9E1B32"/>
                </a:solidFill>
                <a:latin typeface="Arial"/>
                <a:ea typeface="Arial"/>
                <a:cs typeface="Arial"/>
              </a:defRPr>
            </a:lvl3pPr>
            <a:lvl4pPr>
              <a:defRPr sz="2400" b="1">
                <a:solidFill>
                  <a:srgbClr val="9E1B32"/>
                </a:solidFill>
                <a:latin typeface="Arial"/>
                <a:ea typeface="Arial"/>
                <a:cs typeface="Arial"/>
              </a:defRPr>
            </a:lvl4pPr>
            <a:lvl5pPr>
              <a:defRPr sz="2400" b="1">
                <a:solidFill>
                  <a:srgbClr val="9E1B32"/>
                </a:solidFill>
                <a:latin typeface="Arial"/>
                <a:ea typeface="Arial"/>
                <a:cs typeface="Arial"/>
              </a:defRPr>
            </a:lvl5pPr>
            <a:lvl6pPr>
              <a:defRPr sz="2400" b="1">
                <a:solidFill>
                  <a:srgbClr val="9E1B32"/>
                </a:solidFill>
                <a:latin typeface="Arial"/>
                <a:ea typeface="Arial"/>
                <a:cs typeface="Arial"/>
              </a:defRPr>
            </a:lvl6pPr>
            <a:lvl7pPr>
              <a:defRPr sz="2400" b="1">
                <a:solidFill>
                  <a:srgbClr val="9E1B32"/>
                </a:solidFill>
                <a:latin typeface="Arial"/>
                <a:ea typeface="Arial"/>
                <a:cs typeface="Arial"/>
              </a:defRPr>
            </a:lvl7pPr>
            <a:lvl8pPr>
              <a:defRPr sz="2400" b="1">
                <a:solidFill>
                  <a:srgbClr val="9E1B32"/>
                </a:solidFill>
                <a:latin typeface="Arial"/>
                <a:ea typeface="Arial"/>
                <a:cs typeface="Arial"/>
              </a:defRPr>
            </a:lvl8pPr>
            <a:lvl9pPr>
              <a:defRPr sz="2400" b="1">
                <a:solidFill>
                  <a:srgbClr val="9E1B32"/>
                </a:solidFill>
                <a:latin typeface="Arial"/>
                <a:ea typeface="Arial"/>
                <a:cs typeface="Arial"/>
              </a:defRPr>
            </a:lvl9pPr>
          </a:lstStyle>
          <a:p>
            <a:pPr>
              <a:lnSpc>
                <a:spcPct val="102000"/>
              </a:lnSpc>
              <a:buNone/>
              <a:defRPr sz="2400" b="1">
                <a:solidFill>
                  <a:srgbClr val="9E1B32"/>
                </a:solidFill>
                <a:latin typeface="Arial"/>
                <a:ea typeface="Arial"/>
                <a:cs typeface="Arial"/>
              </a:defRPr>
            </a:pPr>
            <a:r>
              <a:rPr sz="2400" b="1">
                <a:solidFill>
                  <a:srgbClr val="9E1B32"/>
                </a:solidFill>
                <a:latin typeface="Arial"/>
                <a:ea typeface="Arial"/>
                <a:cs typeface="Arial"/>
              </a:rPr>
              <a:t>One limited-data model competitive across NLU,</a:t>
            </a:r>
          </a:p>
          <a:p>
            <a:pPr>
              <a:lnSpc>
                <a:spcPct val="102000"/>
              </a:lnSpc>
              <a:buNone/>
              <a:defRPr sz="2400" b="1">
                <a:solidFill>
                  <a:srgbClr val="9E1B32"/>
                </a:solidFill>
                <a:latin typeface="Arial"/>
                <a:ea typeface="Arial"/>
                <a:cs typeface="Arial"/>
              </a:defRPr>
            </a:pPr>
            <a:r>
              <a:rPr sz="2400" b="1">
                <a:solidFill>
                  <a:srgbClr val="9E1B32"/>
                </a:solidFill>
                <a:latin typeface="Arial"/>
                <a:ea typeface="Arial"/>
                <a:cs typeface="Arial"/>
              </a:rPr>
              <a:t>Hanzi knowledge, and cognitive alignment</a:t>
            </a:r>
          </a:p>
        </p:txBody>
      </p:sp>
      <p:sp>
        <p:nvSpPr>
          <p:cNvPr id="13" name="slide-7-footer-label">
            <a:extLst>
              <a:ext uri="{FF2B5EF4-FFF2-40B4-BE49-F238E27FC236}">
                <a16:creationId xmlns:a16="http://schemas.microsoft.com/office/drawing/2014/main" id="{8D8C51E4-B97A-4804-B78B-8814DB91018E}"/>
              </a:ext>
            </a:extLst>
          </p:cNvPr>
          <p:cNvSpPr>
            <a:spLocks noGrp="1"/>
          </p:cNvSpPr>
          <p:nvPr/>
        </p:nvSpPr>
        <p:spPr>
          <a:xfrm>
            <a:off x="685800" y="6486525"/>
            <a:ext cx="3048000" cy="171450"/>
          </a:xfrm>
          <a:prstGeom prst="rect">
            <a:avLst/>
          </a:prstGeom>
          <a:noFill/>
          <a:ln w="0">
            <a:noFill/>
            <a:prstDash val="solid"/>
          </a:ln>
        </p:spPr>
        <p:txBody>
          <a:bodyPr wrap="square" lIns="0" tIns="0" rIns="0" bIns="0">
            <a:noAutofit/>
          </a:bodyPr>
          <a:lstStyle>
            <a:defPPr>
              <a:defRPr sz="975">
                <a:solidFill>
                  <a:srgbClr val="A5A9AE"/>
                </a:solidFill>
                <a:latin typeface="Arial"/>
                <a:ea typeface="Arial"/>
                <a:cs typeface="Arial"/>
              </a:defRPr>
            </a:defPPr>
            <a:lvl1pPr>
              <a:defRPr sz="975">
                <a:solidFill>
                  <a:srgbClr val="A5A9AE"/>
                </a:solidFill>
                <a:latin typeface="Arial"/>
                <a:ea typeface="Arial"/>
                <a:cs typeface="Arial"/>
              </a:defRPr>
            </a:lvl1pPr>
            <a:lvl2pPr>
              <a:defRPr sz="975">
                <a:solidFill>
                  <a:srgbClr val="A5A9AE"/>
                </a:solidFill>
                <a:latin typeface="Arial"/>
                <a:ea typeface="Arial"/>
                <a:cs typeface="Arial"/>
              </a:defRPr>
            </a:lvl2pPr>
            <a:lvl3pPr>
              <a:defRPr sz="975">
                <a:solidFill>
                  <a:srgbClr val="A5A9AE"/>
                </a:solidFill>
                <a:latin typeface="Arial"/>
                <a:ea typeface="Arial"/>
                <a:cs typeface="Arial"/>
              </a:defRPr>
            </a:lvl3pPr>
            <a:lvl4pPr>
              <a:defRPr sz="975">
                <a:solidFill>
                  <a:srgbClr val="A5A9AE"/>
                </a:solidFill>
                <a:latin typeface="Arial"/>
                <a:ea typeface="Arial"/>
                <a:cs typeface="Arial"/>
              </a:defRPr>
            </a:lvl4pPr>
            <a:lvl5pPr>
              <a:defRPr sz="975">
                <a:solidFill>
                  <a:srgbClr val="A5A9AE"/>
                </a:solidFill>
                <a:latin typeface="Arial"/>
                <a:ea typeface="Arial"/>
                <a:cs typeface="Arial"/>
              </a:defRPr>
            </a:lvl5pPr>
            <a:lvl6pPr>
              <a:defRPr sz="975">
                <a:solidFill>
                  <a:srgbClr val="A5A9AE"/>
                </a:solidFill>
                <a:latin typeface="Arial"/>
                <a:ea typeface="Arial"/>
                <a:cs typeface="Arial"/>
              </a:defRPr>
            </a:lvl6pPr>
            <a:lvl7pPr>
              <a:defRPr sz="975">
                <a:solidFill>
                  <a:srgbClr val="A5A9AE"/>
                </a:solidFill>
                <a:latin typeface="Arial"/>
                <a:ea typeface="Arial"/>
                <a:cs typeface="Arial"/>
              </a:defRPr>
            </a:lvl7pPr>
            <a:lvl8pPr>
              <a:defRPr sz="975">
                <a:solidFill>
                  <a:srgbClr val="A5A9AE"/>
                </a:solidFill>
                <a:latin typeface="Arial"/>
                <a:ea typeface="Arial"/>
                <a:cs typeface="Arial"/>
              </a:defRPr>
            </a:lvl8pPr>
            <a:lvl9pPr>
              <a:defRPr sz="975">
                <a:solidFill>
                  <a:srgbClr val="A5A9AE"/>
                </a:solidFill>
                <a:latin typeface="Arial"/>
                <a:ea typeface="Arial"/>
                <a:cs typeface="Arial"/>
              </a:defRPr>
            </a:lvl9pPr>
          </a:lstStyle>
          <a:p>
            <a:pPr>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14" name="slide-7-footer-number">
            <a:extLst>
              <a:ext uri="{FF2B5EF4-FFF2-40B4-BE49-F238E27FC236}">
                <a16:creationId xmlns:a16="http://schemas.microsoft.com/office/drawing/2014/main" id="{EB9C9B66-F4E8-4260-9B16-5F11B03D9F79}"/>
              </a:ext>
            </a:extLst>
          </p:cNvPr>
          <p:cNvSpPr>
            <a:spLocks noGrp="1"/>
          </p:cNvSpPr>
          <p:nvPr/>
        </p:nvSpPr>
        <p:spPr>
          <a:xfrm>
            <a:off x="11001375" y="6467475"/>
            <a:ext cx="504825" cy="190500"/>
          </a:xfrm>
          <a:prstGeom prst="rect">
            <a:avLst/>
          </a:prstGeom>
          <a:noFill/>
          <a:ln w="0">
            <a:noFill/>
            <a:prstDash val="solid"/>
          </a:ln>
        </p:spPr>
        <p:txBody>
          <a:bodyPr wrap="square" lIns="0" tIns="0" rIns="0" bIns="0">
            <a:noAutofit/>
          </a:bodyPr>
          <a:lstStyle>
            <a:defPPr algn="r">
              <a:defRPr sz="1050" b="1">
                <a:solidFill>
                  <a:srgbClr val="9E1B32"/>
                </a:solidFill>
                <a:latin typeface="Arial"/>
                <a:ea typeface="Arial"/>
                <a:cs typeface="Arial"/>
              </a:defRPr>
            </a:defPPr>
            <a:lvl1pPr algn="r">
              <a:defRPr sz="1050" b="1">
                <a:solidFill>
                  <a:srgbClr val="9E1B32"/>
                </a:solidFill>
                <a:latin typeface="Arial"/>
                <a:ea typeface="Arial"/>
                <a:cs typeface="Arial"/>
              </a:defRPr>
            </a:lvl1pPr>
            <a:lvl2pPr algn="r">
              <a:defRPr sz="1050" b="1">
                <a:solidFill>
                  <a:srgbClr val="9E1B32"/>
                </a:solidFill>
                <a:latin typeface="Arial"/>
                <a:ea typeface="Arial"/>
                <a:cs typeface="Arial"/>
              </a:defRPr>
            </a:lvl2pPr>
            <a:lvl3pPr algn="r">
              <a:defRPr sz="1050" b="1">
                <a:solidFill>
                  <a:srgbClr val="9E1B32"/>
                </a:solidFill>
                <a:latin typeface="Arial"/>
                <a:ea typeface="Arial"/>
                <a:cs typeface="Arial"/>
              </a:defRPr>
            </a:lvl3pPr>
            <a:lvl4pPr algn="r">
              <a:defRPr sz="1050" b="1">
                <a:solidFill>
                  <a:srgbClr val="9E1B32"/>
                </a:solidFill>
                <a:latin typeface="Arial"/>
                <a:ea typeface="Arial"/>
                <a:cs typeface="Arial"/>
              </a:defRPr>
            </a:lvl4pPr>
            <a:lvl5pPr algn="r">
              <a:defRPr sz="1050" b="1">
                <a:solidFill>
                  <a:srgbClr val="9E1B32"/>
                </a:solidFill>
                <a:latin typeface="Arial"/>
                <a:ea typeface="Arial"/>
                <a:cs typeface="Arial"/>
              </a:defRPr>
            </a:lvl5pPr>
            <a:lvl6pPr algn="r">
              <a:defRPr sz="1050" b="1">
                <a:solidFill>
                  <a:srgbClr val="9E1B32"/>
                </a:solidFill>
                <a:latin typeface="Arial"/>
                <a:ea typeface="Arial"/>
                <a:cs typeface="Arial"/>
              </a:defRPr>
            </a:lvl6pPr>
            <a:lvl7pPr algn="r">
              <a:defRPr sz="1050" b="1">
                <a:solidFill>
                  <a:srgbClr val="9E1B32"/>
                </a:solidFill>
                <a:latin typeface="Arial"/>
                <a:ea typeface="Arial"/>
                <a:cs typeface="Arial"/>
              </a:defRPr>
            </a:lvl7pPr>
            <a:lvl8pPr algn="r">
              <a:defRPr sz="1050" b="1">
                <a:solidFill>
                  <a:srgbClr val="9E1B32"/>
                </a:solidFill>
                <a:latin typeface="Arial"/>
                <a:ea typeface="Arial"/>
                <a:cs typeface="Arial"/>
              </a:defRPr>
            </a:lvl8pPr>
            <a:lvl9pPr algn="r">
              <a:defRPr sz="1050" b="1">
                <a:solidFill>
                  <a:srgbClr val="9E1B32"/>
                </a:solidFill>
                <a:latin typeface="Arial"/>
                <a:ea typeface="Arial"/>
                <a:cs typeface="Arial"/>
              </a:defRPr>
            </a:lvl9pPr>
          </a:lstStyle>
          <a:p>
            <a:pPr algn="r">
              <a:defRPr sz="1050" b="1">
                <a:solidFill>
                  <a:srgbClr val="9E1B32"/>
                </a:solidFill>
                <a:latin typeface="Arial"/>
                <a:ea typeface="Arial"/>
                <a:cs typeface="Arial"/>
              </a:defRPr>
            </a:pPr>
            <a:r>
              <a:rPr sz="1050" b="1">
                <a:solidFill>
                  <a:srgbClr val="9E1B32"/>
                </a:solidFill>
                <a:latin typeface="Arial"/>
                <a:ea typeface="Arial"/>
                <a:cs typeface="Arial"/>
              </a:rPr>
              <a:t>07</a:t>
            </a:r>
          </a:p>
        </p:txBody>
      </p:sp>
    </p:spTree>
    <p:extLst>
      <p:ext uri="{BB962C8B-B14F-4D97-AF65-F5344CB8AC3E}">
        <p14:creationId xmlns:p14="http://schemas.microsoft.com/office/powerpoint/2010/main" val="132114906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1368</Words>
  <Application>Microsoft Office PowerPoint</Application>
  <DocSecurity>0</DocSecurity>
  <PresentationFormat>宽屏</PresentationFormat>
  <Paragraphs>159</Paragraphs>
  <Slides>7</Slides>
  <Notes>7</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7</vt:i4>
      </vt:variant>
    </vt:vector>
  </HeadingPairs>
  <TitlesOfParts>
    <vt:vector size="10" baseType="lpstr">
      <vt:lpstr>Aptos</vt:lpstr>
      <vt:lpstr>Arial</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Zhiheng Qian</cp:lastModifiedBy>
  <cp:revision>9</cp:revision>
  <dcterms:created xsi:type="dcterms:W3CDTF">2026-10-27T17:08:01Z</dcterms:created>
  <dcterms:modified xsi:type="dcterms:W3CDTF">2026-10-29T01:42:51Z</dcterms:modified>
</cp:coreProperties>
</file>